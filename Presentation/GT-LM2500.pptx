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handoutMasterIdLst>
    <p:handoutMasterId r:id="rId24"/>
  </p:handoutMasterIdLst>
  <p:sldIdLst>
    <p:sldId id="362" r:id="rId5"/>
    <p:sldId id="402" r:id="rId6"/>
    <p:sldId id="406" r:id="rId7"/>
    <p:sldId id="404" r:id="rId8"/>
    <p:sldId id="405" r:id="rId9"/>
    <p:sldId id="403" r:id="rId10"/>
    <p:sldId id="384" r:id="rId11"/>
    <p:sldId id="385" r:id="rId12"/>
    <p:sldId id="386" r:id="rId13"/>
    <p:sldId id="390" r:id="rId14"/>
    <p:sldId id="395" r:id="rId15"/>
    <p:sldId id="394" r:id="rId16"/>
    <p:sldId id="396" r:id="rId17"/>
    <p:sldId id="397" r:id="rId18"/>
    <p:sldId id="398" r:id="rId19"/>
    <p:sldId id="399" r:id="rId20"/>
    <p:sldId id="369" r:id="rId21"/>
    <p:sldId id="370" r:id="rId2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008" userDrawn="1">
          <p15:clr>
            <a:srgbClr val="A4A3A4"/>
          </p15:clr>
        </p15:guide>
        <p15:guide id="2" orient="horz" pos="162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B159DB9-AE28-052D-EACA-F854DAEAC9E7}" name="Clark, Beth" initials="BC" userId="S::bclark@nrel.gov::6f3266a4-158e-40d0-912b-0a94cb5e73d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Joelynn Schroeder"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CBCB"/>
    <a:srgbClr val="0075BB"/>
    <a:srgbClr val="CCCCCC"/>
    <a:srgbClr val="E1E1E1"/>
    <a:srgbClr val="EFEFEF"/>
    <a:srgbClr val="C0C0C0"/>
    <a:srgbClr val="B5B5B5"/>
    <a:srgbClr val="CDCDCD"/>
    <a:srgbClr val="32416B"/>
    <a:srgbClr val="3945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78" autoAdjust="0"/>
    <p:restoredTop sz="94658"/>
  </p:normalViewPr>
  <p:slideViewPr>
    <p:cSldViewPr snapToGrid="0">
      <p:cViewPr varScale="1">
        <p:scale>
          <a:sx n="154" d="100"/>
          <a:sy n="154" d="100"/>
        </p:scale>
        <p:origin x="736" y="192"/>
      </p:cViewPr>
      <p:guideLst>
        <p:guide pos="1008"/>
        <p:guide orient="horz" pos="1620"/>
      </p:guideLst>
    </p:cSldViewPr>
  </p:slideViewPr>
  <p:notesTextViewPr>
    <p:cViewPr>
      <p:scale>
        <a:sx n="1" d="1"/>
        <a:sy n="1" d="1"/>
      </p:scale>
      <p:origin x="0" y="0"/>
    </p:cViewPr>
  </p:notesTextViewPr>
  <p:sorterViewPr>
    <p:cViewPr>
      <p:scale>
        <a:sx n="100" d="100"/>
        <a:sy n="100" d="100"/>
      </p:scale>
      <p:origin x="0" y="-1348"/>
    </p:cViewPr>
  </p:sorterViewPr>
  <p:notesViewPr>
    <p:cSldViewPr snapToGrid="0">
      <p:cViewPr>
        <p:scale>
          <a:sx n="1" d="2"/>
          <a:sy n="1" d="2"/>
        </p:scale>
        <p:origin x="4085" y="1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C62C283-8B25-4E99-BA37-A6FD5B90B69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4A31EE5-5610-40A4-B840-CD2FB1E6466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B2BFBF5-9F8A-40B1-88F4-AFAE0BF032A6}" type="datetimeFigureOut">
              <a:rPr lang="en-US" smtClean="0"/>
              <a:t>6/12/26</a:t>
            </a:fld>
            <a:endParaRPr lang="en-US"/>
          </a:p>
        </p:txBody>
      </p:sp>
      <p:sp>
        <p:nvSpPr>
          <p:cNvPr id="4" name="Footer Placeholder 3">
            <a:extLst>
              <a:ext uri="{FF2B5EF4-FFF2-40B4-BE49-F238E27FC236}">
                <a16:creationId xmlns:a16="http://schemas.microsoft.com/office/drawing/2014/main" id="{14C9C3F4-5B46-4B42-A455-56E0CC4F70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069E3E9-4AB4-4B8E-B9D1-E9F9AFC4E5F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5CC656-0990-4576-BC00-328E448F3AC0}" type="slidenum">
              <a:rPr lang="en-US" smtClean="0"/>
              <a:t>‹#›</a:t>
            </a:fld>
            <a:endParaRPr lang="en-US"/>
          </a:p>
        </p:txBody>
      </p:sp>
    </p:spTree>
    <p:extLst>
      <p:ext uri="{BB962C8B-B14F-4D97-AF65-F5344CB8AC3E}">
        <p14:creationId xmlns:p14="http://schemas.microsoft.com/office/powerpoint/2010/main" val="14508757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67FED6-1CE0-9E49-8E28-4BC1AFD39CD7}" type="datetimeFigureOut">
              <a:rPr lang="en-US"/>
              <a:t>6/12/26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F285793-58F2-5D45-93FF-B0076DA99FD1}" type="slidenum">
              <a:rPr/>
              <a:t>‹#›</a:t>
            </a:fld>
            <a:endParaRPr lang="en-US"/>
          </a:p>
        </p:txBody>
      </p:sp>
    </p:spTree>
    <p:extLst>
      <p:ext uri="{BB962C8B-B14F-4D97-AF65-F5344CB8AC3E}">
        <p14:creationId xmlns:p14="http://schemas.microsoft.com/office/powerpoint/2010/main" val="372903385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Simp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D9DD4C-2C51-6381-977D-946A874E8737}"/>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9144000" cy="5143500"/>
          </a:xfrm>
          <a:prstGeom prst="rect">
            <a:avLst/>
          </a:prstGeom>
        </p:spPr>
      </p:pic>
      <p:sp>
        <p:nvSpPr>
          <p:cNvPr id="2" name="Title 1">
            <a:extLst>
              <a:ext uri="{FF2B5EF4-FFF2-40B4-BE49-F238E27FC236}">
                <a16:creationId xmlns:a16="http://schemas.microsoft.com/office/drawing/2014/main" id="{0DB6F0A1-CB8B-EC2C-BA35-69FD40B9E344}"/>
              </a:ext>
            </a:extLst>
          </p:cNvPr>
          <p:cNvSpPr>
            <a:spLocks noGrp="1"/>
          </p:cNvSpPr>
          <p:nvPr>
            <p:ph type="title" hasCustomPrompt="1"/>
          </p:nvPr>
        </p:nvSpPr>
        <p:spPr>
          <a:xfrm>
            <a:off x="3935865" y="2111654"/>
            <a:ext cx="4496935" cy="920191"/>
          </a:xfrm>
          <a:prstGeom prst="rect">
            <a:avLst/>
          </a:prstGeom>
        </p:spPr>
        <p:txBody>
          <a:bodyPr bIns="0" anchor="ctr">
            <a:normAutofit/>
          </a:bodyPr>
          <a:lstStyle>
            <a:lvl1pPr algn="l">
              <a:lnSpc>
                <a:spcPct val="100000"/>
              </a:lnSpc>
              <a:defRPr sz="2800" b="1">
                <a:solidFill>
                  <a:schemeClr val="tx1"/>
                </a:solidFill>
              </a:defRPr>
            </a:lvl1pPr>
          </a:lstStyle>
          <a:p>
            <a:r>
              <a:rPr lang="en-US" dirty="0"/>
              <a:t>Title</a:t>
            </a:r>
          </a:p>
        </p:txBody>
      </p:sp>
      <p:sp>
        <p:nvSpPr>
          <p:cNvPr id="5" name="Text Placeholder 14">
            <a:extLst>
              <a:ext uri="{FF2B5EF4-FFF2-40B4-BE49-F238E27FC236}">
                <a16:creationId xmlns:a16="http://schemas.microsoft.com/office/drawing/2014/main" id="{3165D1E6-74E3-D3A1-A811-052CC9CA5259}"/>
              </a:ext>
            </a:extLst>
          </p:cNvPr>
          <p:cNvSpPr>
            <a:spLocks noGrp="1"/>
          </p:cNvSpPr>
          <p:nvPr>
            <p:ph type="body" sz="quarter" idx="11" hasCustomPrompt="1"/>
          </p:nvPr>
        </p:nvSpPr>
        <p:spPr>
          <a:xfrm>
            <a:off x="3935865" y="3053617"/>
            <a:ext cx="4496935" cy="804394"/>
          </a:xfrm>
          <a:noFill/>
        </p:spPr>
        <p:txBody>
          <a:bodyPr lIns="182880" tIns="128016" rIns="182880" bIns="100584" anchor="ctr" anchorCtr="0">
            <a:noAutofit/>
          </a:bodyPr>
          <a:lstStyle>
            <a:lvl1pPr marL="0" indent="0">
              <a:lnSpc>
                <a:spcPct val="100000"/>
              </a:lnSpc>
              <a:spcBef>
                <a:spcPts val="0"/>
              </a:spcBef>
              <a:spcAft>
                <a:spcPts val="500"/>
              </a:spcAft>
              <a:buNone/>
              <a:defRPr sz="14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a:t>
            </a:r>
            <a:br>
              <a:rPr lang="en-US"/>
            </a:br>
            <a:r>
              <a:rPr lang="en-US"/>
              <a:t>Venue or Organization</a:t>
            </a:r>
            <a:br>
              <a:rPr lang="en-US"/>
            </a:br>
            <a:r>
              <a:rPr lang="en-US"/>
              <a:t>Date</a:t>
            </a:r>
          </a:p>
        </p:txBody>
      </p:sp>
      <p:pic>
        <p:nvPicPr>
          <p:cNvPr id="52" name="Picture 51">
            <a:extLst>
              <a:ext uri="{FF2B5EF4-FFF2-40B4-BE49-F238E27FC236}">
                <a16:creationId xmlns:a16="http://schemas.microsoft.com/office/drawing/2014/main" id="{FCE04EF3-923D-201C-649E-9A709AD7644D}"/>
              </a:ext>
            </a:extLst>
          </p:cNvPr>
          <p:cNvPicPr>
            <a:picLocks noChangeAspect="1"/>
          </p:cNvPicPr>
          <p:nvPr userDrawn="1"/>
        </p:nvPicPr>
        <p:blipFill>
          <a:blip r:embed="rId3"/>
          <a:stretch>
            <a:fillRect/>
          </a:stretch>
        </p:blipFill>
        <p:spPr>
          <a:xfrm>
            <a:off x="408205" y="329992"/>
            <a:ext cx="2897704" cy="498785"/>
          </a:xfrm>
          <a:prstGeom prst="rect">
            <a:avLst/>
          </a:prstGeom>
        </p:spPr>
      </p:pic>
    </p:spTree>
    <p:extLst>
      <p:ext uri="{BB962C8B-B14F-4D97-AF65-F5344CB8AC3E}">
        <p14:creationId xmlns:p14="http://schemas.microsoft.com/office/powerpoint/2010/main" val="4133050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Branded - Dun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300C934-D4AA-C547-F254-28EA8656CCE4}"/>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Round Single Corner Rectangle 5">
            <a:extLst>
              <a:ext uri="{FF2B5EF4-FFF2-40B4-BE49-F238E27FC236}">
                <a16:creationId xmlns:a16="http://schemas.microsoft.com/office/drawing/2014/main" id="{53434CCC-6EFD-7C5D-44CF-AC47A1521F7A}"/>
              </a:ext>
            </a:extLst>
          </p:cNvPr>
          <p:cNvSpPr/>
          <p:nvPr userDrawn="1"/>
        </p:nvSpPr>
        <p:spPr>
          <a:xfrm flipH="1">
            <a:off x="3736972" y="1365809"/>
            <a:ext cx="5407028" cy="2110362"/>
          </a:xfrm>
          <a:prstGeom prst="round1Rect">
            <a:avLst/>
          </a:prstGeom>
          <a:solidFill>
            <a:schemeClr val="tx2">
              <a:alpha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en-US" sz="3000">
              <a:solidFill>
                <a:schemeClr val="tx1"/>
              </a:solidFill>
            </a:endParaRPr>
          </a:p>
        </p:txBody>
      </p:sp>
      <p:sp>
        <p:nvSpPr>
          <p:cNvPr id="7" name="Text Placeholder 14">
            <a:extLst>
              <a:ext uri="{FF2B5EF4-FFF2-40B4-BE49-F238E27FC236}">
                <a16:creationId xmlns:a16="http://schemas.microsoft.com/office/drawing/2014/main" id="{33F6BF7D-C346-8B85-15A9-F66E68761027}"/>
              </a:ext>
            </a:extLst>
          </p:cNvPr>
          <p:cNvSpPr>
            <a:spLocks noGrp="1"/>
          </p:cNvSpPr>
          <p:nvPr>
            <p:ph type="body" sz="quarter" idx="11" hasCustomPrompt="1"/>
          </p:nvPr>
        </p:nvSpPr>
        <p:spPr>
          <a:xfrm>
            <a:off x="3935865" y="2463794"/>
            <a:ext cx="4496935" cy="804394"/>
          </a:xfrm>
          <a:noFill/>
        </p:spPr>
        <p:txBody>
          <a:bodyPr lIns="182880" tIns="128016" rIns="182880" bIns="100584" anchor="ctr" anchorCtr="0">
            <a:noAutofit/>
          </a:bodyPr>
          <a:lstStyle>
            <a:lvl1pPr marL="0" indent="0">
              <a:lnSpc>
                <a:spcPct val="100000"/>
              </a:lnSpc>
              <a:spcBef>
                <a:spcPts val="0"/>
              </a:spcBef>
              <a:spcAft>
                <a:spcPts val="500"/>
              </a:spcAft>
              <a:buNone/>
              <a:defRPr sz="14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Presenter Name</a:t>
            </a:r>
            <a:br>
              <a:rPr lang="en-US" dirty="0"/>
            </a:br>
            <a:r>
              <a:rPr lang="en-US" dirty="0"/>
              <a:t>Venue or Organization</a:t>
            </a:r>
            <a:br>
              <a:rPr lang="en-US" dirty="0"/>
            </a:br>
            <a:r>
              <a:rPr lang="en-US" dirty="0"/>
              <a:t>Date</a:t>
            </a:r>
          </a:p>
        </p:txBody>
      </p:sp>
      <p:pic>
        <p:nvPicPr>
          <p:cNvPr id="4" name="Picture 3">
            <a:extLst>
              <a:ext uri="{FF2B5EF4-FFF2-40B4-BE49-F238E27FC236}">
                <a16:creationId xmlns:a16="http://schemas.microsoft.com/office/drawing/2014/main" id="{542FC481-075A-B2B0-6D31-B82D9272AB04}"/>
              </a:ext>
            </a:extLst>
          </p:cNvPr>
          <p:cNvPicPr>
            <a:picLocks noChangeAspect="1"/>
          </p:cNvPicPr>
          <p:nvPr userDrawn="1"/>
        </p:nvPicPr>
        <p:blipFill>
          <a:blip r:embed="rId3"/>
          <a:stretch>
            <a:fillRect/>
          </a:stretch>
        </p:blipFill>
        <p:spPr>
          <a:xfrm>
            <a:off x="408205" y="329992"/>
            <a:ext cx="2897704" cy="498785"/>
          </a:xfrm>
          <a:prstGeom prst="rect">
            <a:avLst/>
          </a:prstGeom>
        </p:spPr>
      </p:pic>
      <p:sp>
        <p:nvSpPr>
          <p:cNvPr id="3" name="Title 2">
            <a:extLst>
              <a:ext uri="{FF2B5EF4-FFF2-40B4-BE49-F238E27FC236}">
                <a16:creationId xmlns:a16="http://schemas.microsoft.com/office/drawing/2014/main" id="{D5E4D7D4-E40E-AFC7-6997-7ECCA3FB9948}"/>
              </a:ext>
            </a:extLst>
          </p:cNvPr>
          <p:cNvSpPr>
            <a:spLocks noGrp="1"/>
          </p:cNvSpPr>
          <p:nvPr>
            <p:ph type="title" hasCustomPrompt="1"/>
          </p:nvPr>
        </p:nvSpPr>
        <p:spPr>
          <a:xfrm>
            <a:off x="3935865" y="1536699"/>
            <a:ext cx="4496935" cy="908383"/>
          </a:xfrm>
          <a:prstGeom prst="rect">
            <a:avLst/>
          </a:prstGeom>
        </p:spPr>
        <p:txBody>
          <a:bodyPr lIns="182880" anchor="ctr">
            <a:normAutofit/>
          </a:bodyPr>
          <a:lstStyle>
            <a:lvl1pPr algn="l">
              <a:lnSpc>
                <a:spcPct val="100000"/>
              </a:lnSpc>
              <a:defRPr sz="2800" b="1"/>
            </a:lvl1pPr>
          </a:lstStyle>
          <a:p>
            <a:r>
              <a:rPr lang="en-US" dirty="0"/>
              <a:t>Title</a:t>
            </a:r>
          </a:p>
        </p:txBody>
      </p:sp>
    </p:spTree>
    <p:extLst>
      <p:ext uri="{BB962C8B-B14F-4D97-AF65-F5344CB8AC3E}">
        <p14:creationId xmlns:p14="http://schemas.microsoft.com/office/powerpoint/2010/main" val="1987299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Branded - Blu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A225CB-CD23-F7BC-5267-1CE7E47D5396}"/>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5" name="Round Single Corner Rectangle 4">
            <a:extLst>
              <a:ext uri="{FF2B5EF4-FFF2-40B4-BE49-F238E27FC236}">
                <a16:creationId xmlns:a16="http://schemas.microsoft.com/office/drawing/2014/main" id="{AAF3343D-5494-2952-6518-2EC533073D3B}"/>
              </a:ext>
            </a:extLst>
          </p:cNvPr>
          <p:cNvSpPr/>
          <p:nvPr userDrawn="1"/>
        </p:nvSpPr>
        <p:spPr>
          <a:xfrm flipH="1">
            <a:off x="3736972" y="1293238"/>
            <a:ext cx="5407028" cy="2110362"/>
          </a:xfrm>
          <a:prstGeom prst="round1Rect">
            <a:avLst/>
          </a:prstGeom>
          <a:solidFill>
            <a:schemeClr val="accent1">
              <a:alpha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en-US" sz="3000">
              <a:solidFill>
                <a:schemeClr val="tx1"/>
              </a:solidFill>
            </a:endParaRPr>
          </a:p>
        </p:txBody>
      </p:sp>
      <p:sp>
        <p:nvSpPr>
          <p:cNvPr id="6" name="Text Placeholder 14">
            <a:extLst>
              <a:ext uri="{FF2B5EF4-FFF2-40B4-BE49-F238E27FC236}">
                <a16:creationId xmlns:a16="http://schemas.microsoft.com/office/drawing/2014/main" id="{BADED627-213A-516F-ADD9-61EDBDA05CA3}"/>
              </a:ext>
            </a:extLst>
          </p:cNvPr>
          <p:cNvSpPr>
            <a:spLocks noGrp="1"/>
          </p:cNvSpPr>
          <p:nvPr>
            <p:ph type="body" sz="quarter" idx="11" hasCustomPrompt="1"/>
          </p:nvPr>
        </p:nvSpPr>
        <p:spPr>
          <a:xfrm>
            <a:off x="3935865" y="2420959"/>
            <a:ext cx="4496935" cy="804394"/>
          </a:xfrm>
          <a:noFill/>
        </p:spPr>
        <p:txBody>
          <a:bodyPr lIns="182880" tIns="128016" rIns="182880" bIns="100584" anchor="ctr" anchorCtr="0">
            <a:noAutofit/>
          </a:bodyPr>
          <a:lstStyle>
            <a:lvl1pPr marL="0" indent="0">
              <a:lnSpc>
                <a:spcPct val="100000"/>
              </a:lnSpc>
              <a:spcBef>
                <a:spcPts val="0"/>
              </a:spcBef>
              <a:spcAft>
                <a:spcPts val="500"/>
              </a:spcAft>
              <a:buNone/>
              <a:defRPr sz="14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a:t>
            </a:r>
            <a:br>
              <a:rPr lang="en-US"/>
            </a:br>
            <a:r>
              <a:rPr lang="en-US"/>
              <a:t>Venue or Organization</a:t>
            </a:r>
            <a:br>
              <a:rPr lang="en-US"/>
            </a:br>
            <a:r>
              <a:rPr lang="en-US"/>
              <a:t>Date</a:t>
            </a:r>
          </a:p>
        </p:txBody>
      </p:sp>
      <p:pic>
        <p:nvPicPr>
          <p:cNvPr id="2" name="Picture 1">
            <a:extLst>
              <a:ext uri="{FF2B5EF4-FFF2-40B4-BE49-F238E27FC236}">
                <a16:creationId xmlns:a16="http://schemas.microsoft.com/office/drawing/2014/main" id="{4D53F896-FDD3-1ED6-72A7-F7A574082C94}"/>
              </a:ext>
            </a:extLst>
          </p:cNvPr>
          <p:cNvPicPr>
            <a:picLocks noChangeAspect="1"/>
          </p:cNvPicPr>
          <p:nvPr userDrawn="1"/>
        </p:nvPicPr>
        <p:blipFill>
          <a:blip r:embed="rId3"/>
          <a:stretch>
            <a:fillRect/>
          </a:stretch>
        </p:blipFill>
        <p:spPr>
          <a:xfrm>
            <a:off x="408205" y="329991"/>
            <a:ext cx="2897704" cy="498785"/>
          </a:xfrm>
          <a:prstGeom prst="rect">
            <a:avLst/>
          </a:prstGeom>
        </p:spPr>
      </p:pic>
      <p:sp>
        <p:nvSpPr>
          <p:cNvPr id="3" name="Title 2">
            <a:extLst>
              <a:ext uri="{FF2B5EF4-FFF2-40B4-BE49-F238E27FC236}">
                <a16:creationId xmlns:a16="http://schemas.microsoft.com/office/drawing/2014/main" id="{73C03664-F9BC-6430-82A9-527CA31AB9C7}"/>
              </a:ext>
            </a:extLst>
          </p:cNvPr>
          <p:cNvSpPr>
            <a:spLocks noGrp="1"/>
          </p:cNvSpPr>
          <p:nvPr>
            <p:ph type="title" hasCustomPrompt="1"/>
          </p:nvPr>
        </p:nvSpPr>
        <p:spPr>
          <a:xfrm>
            <a:off x="3935865" y="1497708"/>
            <a:ext cx="4496935" cy="908383"/>
          </a:xfrm>
          <a:prstGeom prst="rect">
            <a:avLst/>
          </a:prstGeom>
        </p:spPr>
        <p:txBody>
          <a:bodyPr lIns="182880" anchor="ctr">
            <a:normAutofit/>
          </a:bodyPr>
          <a:lstStyle>
            <a:lvl1pPr algn="l">
              <a:lnSpc>
                <a:spcPct val="100000"/>
              </a:lnSpc>
              <a:defRPr sz="2800" b="1"/>
            </a:lvl1pPr>
          </a:lstStyle>
          <a:p>
            <a:r>
              <a:rPr lang="en-US" dirty="0"/>
              <a:t>Title</a:t>
            </a:r>
          </a:p>
        </p:txBody>
      </p:sp>
    </p:spTree>
    <p:extLst>
      <p:ext uri="{BB962C8B-B14F-4D97-AF65-F5344CB8AC3E}">
        <p14:creationId xmlns:p14="http://schemas.microsoft.com/office/powerpoint/2010/main" val="3648324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Branded 02 - Dun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242C60-04B2-41B3-C291-AECB8D96836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5" name="Text Placeholder 14">
            <a:extLst>
              <a:ext uri="{FF2B5EF4-FFF2-40B4-BE49-F238E27FC236}">
                <a16:creationId xmlns:a16="http://schemas.microsoft.com/office/drawing/2014/main" id="{9B83B3C1-F54D-D8B9-2D88-22D275C945EF}"/>
              </a:ext>
            </a:extLst>
          </p:cNvPr>
          <p:cNvSpPr>
            <a:spLocks noGrp="1"/>
          </p:cNvSpPr>
          <p:nvPr>
            <p:ph type="body" sz="quarter" idx="11" hasCustomPrompt="1"/>
          </p:nvPr>
        </p:nvSpPr>
        <p:spPr>
          <a:xfrm>
            <a:off x="691922" y="2313919"/>
            <a:ext cx="5991907" cy="804394"/>
          </a:xfrm>
          <a:noFill/>
        </p:spPr>
        <p:txBody>
          <a:bodyPr lIns="182880" tIns="128016" rIns="182880" bIns="100584" anchor="ctr" anchorCtr="0">
            <a:noAutofit/>
          </a:bodyPr>
          <a:lstStyle>
            <a:lvl1pPr marL="0" indent="0">
              <a:lnSpc>
                <a:spcPct val="100000"/>
              </a:lnSpc>
              <a:spcBef>
                <a:spcPts val="0"/>
              </a:spcBef>
              <a:spcAft>
                <a:spcPts val="500"/>
              </a:spcAft>
              <a:buNone/>
              <a:defRPr sz="14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a:t>
            </a:r>
            <a:br>
              <a:rPr lang="en-US"/>
            </a:br>
            <a:r>
              <a:rPr lang="en-US"/>
              <a:t>Venue or Organization</a:t>
            </a:r>
            <a:br>
              <a:rPr lang="en-US"/>
            </a:br>
            <a:r>
              <a:rPr lang="en-US"/>
              <a:t>Date</a:t>
            </a:r>
          </a:p>
        </p:txBody>
      </p:sp>
      <p:pic>
        <p:nvPicPr>
          <p:cNvPr id="4" name="Picture 3">
            <a:extLst>
              <a:ext uri="{FF2B5EF4-FFF2-40B4-BE49-F238E27FC236}">
                <a16:creationId xmlns:a16="http://schemas.microsoft.com/office/drawing/2014/main" id="{0AACF24C-224E-F864-4153-01FC31478D99}"/>
              </a:ext>
            </a:extLst>
          </p:cNvPr>
          <p:cNvPicPr>
            <a:picLocks noChangeAspect="1"/>
          </p:cNvPicPr>
          <p:nvPr userDrawn="1"/>
        </p:nvPicPr>
        <p:blipFill>
          <a:blip r:embed="rId3"/>
          <a:stretch>
            <a:fillRect/>
          </a:stretch>
        </p:blipFill>
        <p:spPr>
          <a:xfrm>
            <a:off x="5883453" y="329992"/>
            <a:ext cx="2897704" cy="498785"/>
          </a:xfrm>
          <a:prstGeom prst="rect">
            <a:avLst/>
          </a:prstGeom>
        </p:spPr>
      </p:pic>
      <p:sp>
        <p:nvSpPr>
          <p:cNvPr id="2" name="Title 2">
            <a:extLst>
              <a:ext uri="{FF2B5EF4-FFF2-40B4-BE49-F238E27FC236}">
                <a16:creationId xmlns:a16="http://schemas.microsoft.com/office/drawing/2014/main" id="{94C7490C-E4E8-A92E-B860-C80E8619E70A}"/>
              </a:ext>
            </a:extLst>
          </p:cNvPr>
          <p:cNvSpPr>
            <a:spLocks noGrp="1"/>
          </p:cNvSpPr>
          <p:nvPr>
            <p:ph type="title" hasCustomPrompt="1"/>
          </p:nvPr>
        </p:nvSpPr>
        <p:spPr>
          <a:xfrm>
            <a:off x="691921" y="1349654"/>
            <a:ext cx="5991907" cy="941963"/>
          </a:xfrm>
          <a:prstGeom prst="rect">
            <a:avLst/>
          </a:prstGeom>
        </p:spPr>
        <p:txBody>
          <a:bodyPr lIns="182880" anchor="ctr">
            <a:normAutofit/>
          </a:bodyPr>
          <a:lstStyle>
            <a:lvl1pPr algn="l">
              <a:lnSpc>
                <a:spcPct val="100000"/>
              </a:lnSpc>
              <a:defRPr sz="2800" b="1">
                <a:solidFill>
                  <a:schemeClr val="tx1"/>
                </a:solidFill>
              </a:defRPr>
            </a:lvl1pPr>
          </a:lstStyle>
          <a:p>
            <a:r>
              <a:rPr lang="en-US" dirty="0"/>
              <a:t>Title</a:t>
            </a:r>
          </a:p>
        </p:txBody>
      </p:sp>
    </p:spTree>
    <p:extLst>
      <p:ext uri="{BB962C8B-B14F-4D97-AF65-F5344CB8AC3E}">
        <p14:creationId xmlns:p14="http://schemas.microsoft.com/office/powerpoint/2010/main" val="1515783394"/>
      </p:ext>
    </p:extLst>
  </p:cSld>
  <p:clrMapOvr>
    <a:masterClrMapping/>
  </p:clrMapOvr>
  <p:extLst>
    <p:ext uri="{DCECCB84-F9BA-43D5-87BE-67443E8EF086}">
      <p15:sldGuideLst xmlns:p15="http://schemas.microsoft.com/office/powerpoint/2012/main">
        <p15:guide id="1" orient="horz" pos="3036">
          <p15:clr>
            <a:srgbClr val="FBAE40"/>
          </p15:clr>
        </p15:guide>
        <p15:guide id="2" pos="28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Branded 02 - Blu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A941F43-0F18-4FF2-503C-B6D2F9CCEE08}"/>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ext Placeholder 14">
            <a:extLst>
              <a:ext uri="{FF2B5EF4-FFF2-40B4-BE49-F238E27FC236}">
                <a16:creationId xmlns:a16="http://schemas.microsoft.com/office/drawing/2014/main" id="{BE11A61A-EB8D-2DC7-6470-E03B1016DD54}"/>
              </a:ext>
            </a:extLst>
          </p:cNvPr>
          <p:cNvSpPr>
            <a:spLocks noGrp="1"/>
          </p:cNvSpPr>
          <p:nvPr>
            <p:ph type="body" sz="quarter" idx="11" hasCustomPrompt="1"/>
          </p:nvPr>
        </p:nvSpPr>
        <p:spPr>
          <a:xfrm>
            <a:off x="691922" y="2276749"/>
            <a:ext cx="5984649" cy="824860"/>
          </a:xfrm>
          <a:noFill/>
        </p:spPr>
        <p:txBody>
          <a:bodyPr lIns="182880" tIns="128016" rIns="182880" bIns="100584" anchor="ctr" anchorCtr="0">
            <a:noAutofit/>
          </a:bodyPr>
          <a:lstStyle>
            <a:lvl1pPr marL="0" indent="0">
              <a:lnSpc>
                <a:spcPct val="100000"/>
              </a:lnSpc>
              <a:spcBef>
                <a:spcPts val="0"/>
              </a:spcBef>
              <a:spcAft>
                <a:spcPts val="500"/>
              </a:spcAft>
              <a:buNone/>
              <a:defRPr sz="14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a:t>
            </a:r>
            <a:br>
              <a:rPr lang="en-US"/>
            </a:br>
            <a:r>
              <a:rPr lang="en-US"/>
              <a:t>Venue or Organization</a:t>
            </a:r>
            <a:br>
              <a:rPr lang="en-US"/>
            </a:br>
            <a:r>
              <a:rPr lang="en-US"/>
              <a:t>Date</a:t>
            </a:r>
          </a:p>
        </p:txBody>
      </p:sp>
      <p:pic>
        <p:nvPicPr>
          <p:cNvPr id="4" name="Picture 3">
            <a:extLst>
              <a:ext uri="{FF2B5EF4-FFF2-40B4-BE49-F238E27FC236}">
                <a16:creationId xmlns:a16="http://schemas.microsoft.com/office/drawing/2014/main" id="{849DDA84-18CD-86D1-1ADE-9B6482C65F7C}"/>
              </a:ext>
            </a:extLst>
          </p:cNvPr>
          <p:cNvPicPr>
            <a:picLocks noChangeAspect="1"/>
          </p:cNvPicPr>
          <p:nvPr userDrawn="1"/>
        </p:nvPicPr>
        <p:blipFill>
          <a:blip r:embed="rId3"/>
          <a:stretch>
            <a:fillRect/>
          </a:stretch>
        </p:blipFill>
        <p:spPr>
          <a:xfrm>
            <a:off x="5888468" y="329991"/>
            <a:ext cx="2897704" cy="498785"/>
          </a:xfrm>
          <a:prstGeom prst="rect">
            <a:avLst/>
          </a:prstGeom>
        </p:spPr>
      </p:pic>
      <p:sp>
        <p:nvSpPr>
          <p:cNvPr id="3" name="Title 2">
            <a:extLst>
              <a:ext uri="{FF2B5EF4-FFF2-40B4-BE49-F238E27FC236}">
                <a16:creationId xmlns:a16="http://schemas.microsoft.com/office/drawing/2014/main" id="{55BE9BA3-0A91-8BD6-EE9C-8B6D43919BB9}"/>
              </a:ext>
            </a:extLst>
          </p:cNvPr>
          <p:cNvSpPr>
            <a:spLocks noGrp="1"/>
          </p:cNvSpPr>
          <p:nvPr>
            <p:ph type="title" hasCustomPrompt="1"/>
          </p:nvPr>
        </p:nvSpPr>
        <p:spPr>
          <a:xfrm>
            <a:off x="691922" y="1349654"/>
            <a:ext cx="5984649" cy="908383"/>
          </a:xfrm>
          <a:prstGeom prst="rect">
            <a:avLst/>
          </a:prstGeom>
        </p:spPr>
        <p:txBody>
          <a:bodyPr lIns="182880" anchor="ctr">
            <a:normAutofit/>
          </a:bodyPr>
          <a:lstStyle>
            <a:lvl1pPr algn="l">
              <a:lnSpc>
                <a:spcPct val="100000"/>
              </a:lnSpc>
              <a:defRPr sz="2800" b="1"/>
            </a:lvl1pPr>
          </a:lstStyle>
          <a:p>
            <a:r>
              <a:rPr lang="en-US" dirty="0"/>
              <a:t>Title</a:t>
            </a:r>
          </a:p>
        </p:txBody>
      </p:sp>
    </p:spTree>
    <p:extLst>
      <p:ext uri="{BB962C8B-B14F-4D97-AF65-F5344CB8AC3E}">
        <p14:creationId xmlns:p14="http://schemas.microsoft.com/office/powerpoint/2010/main" val="1573558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Full Photo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E9EC95-41F7-2267-D97D-2564C1DD2B94}"/>
              </a:ext>
            </a:extLst>
          </p:cNvPr>
          <p:cNvPicPr>
            <a:picLocks noChangeAspect="1"/>
          </p:cNvPicPr>
          <p:nvPr userDrawn="1"/>
        </p:nvPicPr>
        <p:blipFill>
          <a:blip r:embed="rId2"/>
          <a:srcRect/>
          <a:stretch/>
        </p:blipFill>
        <p:spPr>
          <a:xfrm>
            <a:off x="0" y="0"/>
            <a:ext cx="9140299" cy="5143500"/>
          </a:xfrm>
          <a:prstGeom prst="rect">
            <a:avLst/>
          </a:prstGeom>
        </p:spPr>
      </p:pic>
      <p:sp>
        <p:nvSpPr>
          <p:cNvPr id="6" name="TextBox 5">
            <a:extLst>
              <a:ext uri="{FF2B5EF4-FFF2-40B4-BE49-F238E27FC236}">
                <a16:creationId xmlns:a16="http://schemas.microsoft.com/office/drawing/2014/main" id="{BD5364AE-AD7D-C1B5-C5E2-C5A95DE28D8F}"/>
              </a:ext>
            </a:extLst>
          </p:cNvPr>
          <p:cNvSpPr txBox="1"/>
          <p:nvPr userDrawn="1"/>
        </p:nvSpPr>
        <p:spPr>
          <a:xfrm>
            <a:off x="467454" y="4830962"/>
            <a:ext cx="3379927" cy="200055"/>
          </a:xfrm>
          <a:prstGeom prst="rect">
            <a:avLst/>
          </a:prstGeom>
          <a:noFill/>
        </p:spPr>
        <p:txBody>
          <a:bodyPr wrap="square" lIns="0" tIns="0" rIns="0" bIns="0" rtlCol="0">
            <a:noAutofit/>
          </a:bodyPr>
          <a:lstStyle/>
          <a:p>
            <a:r>
              <a:rPr lang="en-US" sz="600" i="1">
                <a:ln>
                  <a:noFill/>
                </a:ln>
                <a:solidFill>
                  <a:schemeClr val="bg1"/>
                </a:solidFill>
                <a:effectLst>
                  <a:outerShdw blurRad="139700" dir="5400000" algn="t" rotWithShape="0">
                    <a:prstClr val="black"/>
                  </a:outerShdw>
                </a:effectLst>
              </a:rPr>
              <a:t>Photo by Josh Bauer, National Laboratory of the Rockies 061725</a:t>
            </a:r>
          </a:p>
        </p:txBody>
      </p:sp>
      <p:sp>
        <p:nvSpPr>
          <p:cNvPr id="7" name="Round Single Corner Rectangle 6">
            <a:extLst>
              <a:ext uri="{FF2B5EF4-FFF2-40B4-BE49-F238E27FC236}">
                <a16:creationId xmlns:a16="http://schemas.microsoft.com/office/drawing/2014/main" id="{6792AF47-E7C7-1687-986F-424B2B8B44E9}"/>
              </a:ext>
            </a:extLst>
          </p:cNvPr>
          <p:cNvSpPr/>
          <p:nvPr userDrawn="1"/>
        </p:nvSpPr>
        <p:spPr>
          <a:xfrm flipH="1">
            <a:off x="3736972" y="1497532"/>
            <a:ext cx="5407028" cy="2110362"/>
          </a:xfrm>
          <a:prstGeom prst="round1Rect">
            <a:avLst/>
          </a:prstGeom>
          <a:solidFill>
            <a:schemeClr val="accent1">
              <a:alpha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en-US" sz="3000">
              <a:solidFill>
                <a:schemeClr val="tx1"/>
              </a:solidFill>
            </a:endParaRPr>
          </a:p>
        </p:txBody>
      </p:sp>
      <p:sp>
        <p:nvSpPr>
          <p:cNvPr id="8" name="Text Placeholder 14">
            <a:extLst>
              <a:ext uri="{FF2B5EF4-FFF2-40B4-BE49-F238E27FC236}">
                <a16:creationId xmlns:a16="http://schemas.microsoft.com/office/drawing/2014/main" id="{D3F29FE1-C7DD-E11D-86DE-1F6185BB5D4F}"/>
              </a:ext>
            </a:extLst>
          </p:cNvPr>
          <p:cNvSpPr>
            <a:spLocks noGrp="1"/>
          </p:cNvSpPr>
          <p:nvPr>
            <p:ph type="body" sz="quarter" idx="11" hasCustomPrompt="1"/>
          </p:nvPr>
        </p:nvSpPr>
        <p:spPr>
          <a:xfrm>
            <a:off x="3935865" y="2595517"/>
            <a:ext cx="4496935" cy="804394"/>
          </a:xfrm>
          <a:noFill/>
        </p:spPr>
        <p:txBody>
          <a:bodyPr lIns="182880" tIns="128016" rIns="182880" bIns="100584" anchor="ctr" anchorCtr="0">
            <a:noAutofit/>
          </a:bodyPr>
          <a:lstStyle>
            <a:lvl1pPr marL="0" indent="0">
              <a:lnSpc>
                <a:spcPct val="100000"/>
              </a:lnSpc>
              <a:spcBef>
                <a:spcPts val="0"/>
              </a:spcBef>
              <a:spcAft>
                <a:spcPts val="500"/>
              </a:spcAft>
              <a:buNone/>
              <a:defRPr sz="14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a:t>
            </a:r>
            <a:br>
              <a:rPr lang="en-US"/>
            </a:br>
            <a:r>
              <a:rPr lang="en-US"/>
              <a:t>Venue or Organization</a:t>
            </a:r>
            <a:br>
              <a:rPr lang="en-US"/>
            </a:br>
            <a:r>
              <a:rPr lang="en-US"/>
              <a:t>Date</a:t>
            </a:r>
          </a:p>
        </p:txBody>
      </p:sp>
      <p:pic>
        <p:nvPicPr>
          <p:cNvPr id="15" name="Picture 14">
            <a:extLst>
              <a:ext uri="{FF2B5EF4-FFF2-40B4-BE49-F238E27FC236}">
                <a16:creationId xmlns:a16="http://schemas.microsoft.com/office/drawing/2014/main" id="{E837D133-B612-6ACF-5F18-5A8461C90436}"/>
              </a:ext>
            </a:extLst>
          </p:cNvPr>
          <p:cNvPicPr>
            <a:picLocks noChangeAspect="1"/>
          </p:cNvPicPr>
          <p:nvPr userDrawn="1"/>
        </p:nvPicPr>
        <p:blipFill>
          <a:blip r:embed="rId3"/>
          <a:stretch>
            <a:fillRect/>
          </a:stretch>
        </p:blipFill>
        <p:spPr>
          <a:xfrm>
            <a:off x="408205" y="329991"/>
            <a:ext cx="2897704" cy="498785"/>
          </a:xfrm>
          <a:prstGeom prst="rect">
            <a:avLst/>
          </a:prstGeom>
        </p:spPr>
      </p:pic>
      <p:sp>
        <p:nvSpPr>
          <p:cNvPr id="2" name="Title 2">
            <a:extLst>
              <a:ext uri="{FF2B5EF4-FFF2-40B4-BE49-F238E27FC236}">
                <a16:creationId xmlns:a16="http://schemas.microsoft.com/office/drawing/2014/main" id="{A53D79BC-0DE6-4715-D3EC-9646E1CD2581}"/>
              </a:ext>
            </a:extLst>
          </p:cNvPr>
          <p:cNvSpPr>
            <a:spLocks noGrp="1"/>
          </p:cNvSpPr>
          <p:nvPr>
            <p:ph type="title" hasCustomPrompt="1"/>
          </p:nvPr>
        </p:nvSpPr>
        <p:spPr>
          <a:xfrm>
            <a:off x="3935865" y="1667896"/>
            <a:ext cx="4496935" cy="908383"/>
          </a:xfrm>
          <a:prstGeom prst="rect">
            <a:avLst/>
          </a:prstGeom>
        </p:spPr>
        <p:txBody>
          <a:bodyPr lIns="182880" anchor="ctr">
            <a:normAutofit/>
          </a:bodyPr>
          <a:lstStyle>
            <a:lvl1pPr algn="l">
              <a:lnSpc>
                <a:spcPct val="100000"/>
              </a:lnSpc>
              <a:defRPr sz="2800" b="1"/>
            </a:lvl1pPr>
          </a:lstStyle>
          <a:p>
            <a:r>
              <a:rPr lang="en-US" dirty="0"/>
              <a:t>Title</a:t>
            </a:r>
          </a:p>
        </p:txBody>
      </p:sp>
    </p:spTree>
    <p:extLst>
      <p:ext uri="{BB962C8B-B14F-4D97-AF65-F5344CB8AC3E}">
        <p14:creationId xmlns:p14="http://schemas.microsoft.com/office/powerpoint/2010/main" val="2389722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 Full Photo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3CCF46E-8401-A9EC-5B10-C510F7A87E68}"/>
              </a:ext>
            </a:extLst>
          </p:cNvPr>
          <p:cNvPicPr>
            <a:picLocks noChangeAspect="1"/>
          </p:cNvPicPr>
          <p:nvPr userDrawn="1"/>
        </p:nvPicPr>
        <p:blipFill>
          <a:blip r:embed="rId2"/>
          <a:srcRect/>
          <a:stretch/>
        </p:blipFill>
        <p:spPr>
          <a:xfrm>
            <a:off x="-1" y="0"/>
            <a:ext cx="9144001" cy="5143500"/>
          </a:xfrm>
          <a:prstGeom prst="rect">
            <a:avLst/>
          </a:prstGeom>
        </p:spPr>
      </p:pic>
      <p:sp>
        <p:nvSpPr>
          <p:cNvPr id="4" name="TextBox 3">
            <a:extLst>
              <a:ext uri="{FF2B5EF4-FFF2-40B4-BE49-F238E27FC236}">
                <a16:creationId xmlns:a16="http://schemas.microsoft.com/office/drawing/2014/main" id="{2AAAAC0E-AB07-BC2E-5852-EC8D6A6695EF}"/>
              </a:ext>
            </a:extLst>
          </p:cNvPr>
          <p:cNvSpPr txBox="1"/>
          <p:nvPr userDrawn="1"/>
        </p:nvSpPr>
        <p:spPr>
          <a:xfrm>
            <a:off x="467454" y="4830962"/>
            <a:ext cx="2839338" cy="200055"/>
          </a:xfrm>
          <a:prstGeom prst="rect">
            <a:avLst/>
          </a:prstGeom>
          <a:noFill/>
        </p:spPr>
        <p:txBody>
          <a:bodyPr wrap="square" lIns="0" tIns="0" rIns="0" bIns="0" rtlCol="0">
            <a:noAutofit/>
          </a:bodyPr>
          <a:lstStyle/>
          <a:p>
            <a:r>
              <a:rPr lang="en-US" sz="600" i="1">
                <a:ln>
                  <a:noFill/>
                </a:ln>
                <a:solidFill>
                  <a:schemeClr val="bg1">
                    <a:alpha val="67000"/>
                  </a:schemeClr>
                </a:solidFill>
                <a:effectLst>
                  <a:outerShdw blurRad="139700" dir="5400000" algn="t" rotWithShape="0">
                    <a:prstClr val="black"/>
                  </a:outerShdw>
                </a:effectLst>
              </a:rPr>
              <a:t>Photo from Adobe Stock 256750697</a:t>
            </a:r>
          </a:p>
        </p:txBody>
      </p:sp>
      <p:sp>
        <p:nvSpPr>
          <p:cNvPr id="5" name="Round Single Corner Rectangle 4">
            <a:extLst>
              <a:ext uri="{FF2B5EF4-FFF2-40B4-BE49-F238E27FC236}">
                <a16:creationId xmlns:a16="http://schemas.microsoft.com/office/drawing/2014/main" id="{C1C2E2C6-182B-B6D4-0359-3E61E2CF965E}"/>
              </a:ext>
            </a:extLst>
          </p:cNvPr>
          <p:cNvSpPr/>
          <p:nvPr userDrawn="1"/>
        </p:nvSpPr>
        <p:spPr>
          <a:xfrm flipH="1">
            <a:off x="3736972" y="2181895"/>
            <a:ext cx="5407028" cy="2110362"/>
          </a:xfrm>
          <a:prstGeom prst="round1Rect">
            <a:avLst/>
          </a:prstGeom>
          <a:solidFill>
            <a:schemeClr val="accent1">
              <a:alpha val="75762"/>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en-US" sz="3000">
              <a:solidFill>
                <a:schemeClr val="tx1"/>
              </a:solidFill>
            </a:endParaRPr>
          </a:p>
        </p:txBody>
      </p:sp>
      <p:sp>
        <p:nvSpPr>
          <p:cNvPr id="6" name="Text Placeholder 14">
            <a:extLst>
              <a:ext uri="{FF2B5EF4-FFF2-40B4-BE49-F238E27FC236}">
                <a16:creationId xmlns:a16="http://schemas.microsoft.com/office/drawing/2014/main" id="{A4C6B14F-9419-55EC-44A1-9567F3C0B9D8}"/>
              </a:ext>
            </a:extLst>
          </p:cNvPr>
          <p:cNvSpPr>
            <a:spLocks noGrp="1"/>
          </p:cNvSpPr>
          <p:nvPr>
            <p:ph type="body" sz="quarter" idx="11" hasCustomPrompt="1"/>
          </p:nvPr>
        </p:nvSpPr>
        <p:spPr>
          <a:xfrm>
            <a:off x="3935865" y="3317050"/>
            <a:ext cx="4496935" cy="804394"/>
          </a:xfrm>
          <a:noFill/>
        </p:spPr>
        <p:txBody>
          <a:bodyPr lIns="182880" tIns="128016" rIns="182880" bIns="100584" anchor="ctr" anchorCtr="0">
            <a:noAutofit/>
          </a:bodyPr>
          <a:lstStyle>
            <a:lvl1pPr marL="0" indent="0">
              <a:lnSpc>
                <a:spcPct val="100000"/>
              </a:lnSpc>
              <a:spcBef>
                <a:spcPts val="0"/>
              </a:spcBef>
              <a:spcAft>
                <a:spcPts val="500"/>
              </a:spcAft>
              <a:buNone/>
              <a:defRPr sz="14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a:t>
            </a:r>
            <a:br>
              <a:rPr lang="en-US"/>
            </a:br>
            <a:r>
              <a:rPr lang="en-US"/>
              <a:t>Venue or Organization</a:t>
            </a:r>
            <a:br>
              <a:rPr lang="en-US"/>
            </a:br>
            <a:r>
              <a:rPr lang="en-US"/>
              <a:t>Date</a:t>
            </a:r>
          </a:p>
        </p:txBody>
      </p:sp>
      <p:pic>
        <p:nvPicPr>
          <p:cNvPr id="11" name="Picture 10">
            <a:extLst>
              <a:ext uri="{FF2B5EF4-FFF2-40B4-BE49-F238E27FC236}">
                <a16:creationId xmlns:a16="http://schemas.microsoft.com/office/drawing/2014/main" id="{7A152E85-7CEF-D49C-29B6-F09A95492F81}"/>
              </a:ext>
            </a:extLst>
          </p:cNvPr>
          <p:cNvPicPr>
            <a:picLocks noChangeAspect="1"/>
          </p:cNvPicPr>
          <p:nvPr userDrawn="1"/>
        </p:nvPicPr>
        <p:blipFill>
          <a:blip r:embed="rId3"/>
          <a:stretch>
            <a:fillRect/>
          </a:stretch>
        </p:blipFill>
        <p:spPr>
          <a:xfrm>
            <a:off x="408205" y="329991"/>
            <a:ext cx="2897704" cy="498785"/>
          </a:xfrm>
          <a:prstGeom prst="rect">
            <a:avLst/>
          </a:prstGeom>
        </p:spPr>
      </p:pic>
      <p:sp>
        <p:nvSpPr>
          <p:cNvPr id="2" name="Title 2">
            <a:extLst>
              <a:ext uri="{FF2B5EF4-FFF2-40B4-BE49-F238E27FC236}">
                <a16:creationId xmlns:a16="http://schemas.microsoft.com/office/drawing/2014/main" id="{7A60DFAC-2F80-284C-62E9-8383FC6A60C4}"/>
              </a:ext>
            </a:extLst>
          </p:cNvPr>
          <p:cNvSpPr>
            <a:spLocks noGrp="1"/>
          </p:cNvSpPr>
          <p:nvPr>
            <p:ph type="title" hasCustomPrompt="1"/>
          </p:nvPr>
        </p:nvSpPr>
        <p:spPr>
          <a:xfrm>
            <a:off x="3935865" y="2386365"/>
            <a:ext cx="4496935" cy="908383"/>
          </a:xfrm>
          <a:prstGeom prst="rect">
            <a:avLst/>
          </a:prstGeom>
        </p:spPr>
        <p:txBody>
          <a:bodyPr lIns="182880" anchor="ctr">
            <a:normAutofit/>
          </a:bodyPr>
          <a:lstStyle>
            <a:lvl1pPr algn="l">
              <a:lnSpc>
                <a:spcPct val="100000"/>
              </a:lnSpc>
              <a:defRPr sz="2800" b="1"/>
            </a:lvl1pPr>
          </a:lstStyle>
          <a:p>
            <a:r>
              <a:rPr lang="en-US" dirty="0"/>
              <a:t>Title</a:t>
            </a:r>
          </a:p>
        </p:txBody>
      </p:sp>
    </p:spTree>
    <p:extLst>
      <p:ext uri="{BB962C8B-B14F-4D97-AF65-F5344CB8AC3E}">
        <p14:creationId xmlns:p14="http://schemas.microsoft.com/office/powerpoint/2010/main" val="2164374719"/>
      </p:ext>
    </p:extLst>
  </p:cSld>
  <p:clrMapOvr>
    <a:masterClrMapping/>
  </p:clrMapOvr>
  <p:extLst>
    <p:ext uri="{DCECCB84-F9BA-43D5-87BE-67443E8EF086}">
      <p15:sldGuideLst xmlns:p15="http://schemas.microsoft.com/office/powerpoint/2012/main">
        <p15:guide id="1" orient="horz" pos="6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 Full Photo 3">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73D906-1FFB-1CF2-B08C-FE077D907565}"/>
              </a:ext>
            </a:extLst>
          </p:cNvPr>
          <p:cNvPicPr>
            <a:picLocks noChangeAspect="1"/>
          </p:cNvPicPr>
          <p:nvPr userDrawn="1"/>
        </p:nvPicPr>
        <p:blipFill>
          <a:blip r:embed="rId2"/>
          <a:stretch>
            <a:fillRect/>
          </a:stretch>
        </p:blipFill>
        <p:spPr>
          <a:xfrm>
            <a:off x="0" y="0"/>
            <a:ext cx="9140300" cy="5143500"/>
          </a:xfrm>
          <a:prstGeom prst="rect">
            <a:avLst/>
          </a:prstGeom>
        </p:spPr>
      </p:pic>
      <p:sp>
        <p:nvSpPr>
          <p:cNvPr id="13" name="TextBox 12">
            <a:extLst>
              <a:ext uri="{FF2B5EF4-FFF2-40B4-BE49-F238E27FC236}">
                <a16:creationId xmlns:a16="http://schemas.microsoft.com/office/drawing/2014/main" id="{2AB9B396-1CF7-263B-DE68-7319423F728A}"/>
              </a:ext>
            </a:extLst>
          </p:cNvPr>
          <p:cNvSpPr txBox="1"/>
          <p:nvPr userDrawn="1"/>
        </p:nvSpPr>
        <p:spPr>
          <a:xfrm>
            <a:off x="467454" y="4830962"/>
            <a:ext cx="3224652" cy="200055"/>
          </a:xfrm>
          <a:prstGeom prst="rect">
            <a:avLst/>
          </a:prstGeom>
          <a:noFill/>
        </p:spPr>
        <p:txBody>
          <a:bodyPr wrap="square" lIns="0" tIns="0" rIns="0" bIns="0" rtlCol="0">
            <a:noAutofit/>
          </a:bodyPr>
          <a:lstStyle/>
          <a:p>
            <a:r>
              <a:rPr lang="en-US" sz="600" i="1" dirty="0">
                <a:ln>
                  <a:noFill/>
                </a:ln>
                <a:solidFill>
                  <a:schemeClr val="bg1">
                    <a:alpha val="74000"/>
                  </a:schemeClr>
                </a:solidFill>
                <a:effectLst>
                  <a:outerShdw blurRad="139700" dir="5400000" algn="t" rotWithShape="0">
                    <a:prstClr val="black"/>
                  </a:outerShdw>
                </a:effectLst>
              </a:rPr>
              <a:t>Photo by Agata Bogucka, National Laboratory of the Rockies 091683</a:t>
            </a:r>
          </a:p>
        </p:txBody>
      </p:sp>
      <p:sp>
        <p:nvSpPr>
          <p:cNvPr id="14" name="Round Single Corner Rectangle 13">
            <a:extLst>
              <a:ext uri="{FF2B5EF4-FFF2-40B4-BE49-F238E27FC236}">
                <a16:creationId xmlns:a16="http://schemas.microsoft.com/office/drawing/2014/main" id="{1354C242-52B2-0A8E-DF08-928107CFF092}"/>
              </a:ext>
            </a:extLst>
          </p:cNvPr>
          <p:cNvSpPr/>
          <p:nvPr userDrawn="1"/>
        </p:nvSpPr>
        <p:spPr>
          <a:xfrm flipH="1">
            <a:off x="3736972" y="2434937"/>
            <a:ext cx="5407028" cy="2110362"/>
          </a:xfrm>
          <a:prstGeom prst="round1Rect">
            <a:avLst/>
          </a:prstGeom>
          <a:solidFill>
            <a:schemeClr val="tx2">
              <a:alpha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en-US" sz="3000">
              <a:solidFill>
                <a:schemeClr val="tx1"/>
              </a:solidFill>
            </a:endParaRPr>
          </a:p>
        </p:txBody>
      </p:sp>
      <p:sp>
        <p:nvSpPr>
          <p:cNvPr id="15" name="Text Placeholder 14">
            <a:extLst>
              <a:ext uri="{FF2B5EF4-FFF2-40B4-BE49-F238E27FC236}">
                <a16:creationId xmlns:a16="http://schemas.microsoft.com/office/drawing/2014/main" id="{3B72CAE8-6D7A-F23E-6877-ABC080108F52}"/>
              </a:ext>
            </a:extLst>
          </p:cNvPr>
          <p:cNvSpPr>
            <a:spLocks noGrp="1"/>
          </p:cNvSpPr>
          <p:nvPr>
            <p:ph type="body" sz="quarter" idx="11" hasCustomPrompt="1"/>
          </p:nvPr>
        </p:nvSpPr>
        <p:spPr>
          <a:xfrm>
            <a:off x="3935865" y="3540356"/>
            <a:ext cx="4496935" cy="804394"/>
          </a:xfrm>
          <a:noFill/>
        </p:spPr>
        <p:txBody>
          <a:bodyPr lIns="182880" tIns="128016" rIns="182880" bIns="100584" anchor="ctr" anchorCtr="0">
            <a:noAutofit/>
          </a:bodyPr>
          <a:lstStyle>
            <a:lvl1pPr marL="0" indent="0">
              <a:lnSpc>
                <a:spcPct val="100000"/>
              </a:lnSpc>
              <a:spcBef>
                <a:spcPts val="0"/>
              </a:spcBef>
              <a:spcAft>
                <a:spcPts val="500"/>
              </a:spcAft>
              <a:buNone/>
              <a:defRPr sz="14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Presenter Name</a:t>
            </a:r>
            <a:br>
              <a:rPr lang="en-US"/>
            </a:br>
            <a:r>
              <a:rPr lang="en-US"/>
              <a:t>Venue or Organization</a:t>
            </a:r>
            <a:br>
              <a:rPr lang="en-US"/>
            </a:br>
            <a:r>
              <a:rPr lang="en-US"/>
              <a:t>Date</a:t>
            </a:r>
          </a:p>
        </p:txBody>
      </p:sp>
      <p:pic>
        <p:nvPicPr>
          <p:cNvPr id="4" name="Picture 3">
            <a:extLst>
              <a:ext uri="{FF2B5EF4-FFF2-40B4-BE49-F238E27FC236}">
                <a16:creationId xmlns:a16="http://schemas.microsoft.com/office/drawing/2014/main" id="{A171490B-2E65-A106-CD72-77502C1F7A35}"/>
              </a:ext>
            </a:extLst>
          </p:cNvPr>
          <p:cNvPicPr>
            <a:picLocks noChangeAspect="1"/>
          </p:cNvPicPr>
          <p:nvPr userDrawn="1"/>
        </p:nvPicPr>
        <p:blipFill>
          <a:blip r:embed="rId3"/>
          <a:stretch>
            <a:fillRect/>
          </a:stretch>
        </p:blipFill>
        <p:spPr>
          <a:xfrm>
            <a:off x="408205" y="329991"/>
            <a:ext cx="2897704" cy="498785"/>
          </a:xfrm>
          <a:prstGeom prst="rect">
            <a:avLst/>
          </a:prstGeom>
        </p:spPr>
      </p:pic>
      <p:sp>
        <p:nvSpPr>
          <p:cNvPr id="2" name="Title 2">
            <a:extLst>
              <a:ext uri="{FF2B5EF4-FFF2-40B4-BE49-F238E27FC236}">
                <a16:creationId xmlns:a16="http://schemas.microsoft.com/office/drawing/2014/main" id="{0FF7A0BC-C237-67D8-E74E-0D2F620BDE33}"/>
              </a:ext>
            </a:extLst>
          </p:cNvPr>
          <p:cNvSpPr>
            <a:spLocks noGrp="1"/>
          </p:cNvSpPr>
          <p:nvPr>
            <p:ph type="title" hasCustomPrompt="1"/>
          </p:nvPr>
        </p:nvSpPr>
        <p:spPr>
          <a:xfrm>
            <a:off x="3935865" y="2611471"/>
            <a:ext cx="4496935" cy="908383"/>
          </a:xfrm>
          <a:prstGeom prst="rect">
            <a:avLst/>
          </a:prstGeom>
        </p:spPr>
        <p:txBody>
          <a:bodyPr lIns="182880" anchor="ctr">
            <a:normAutofit/>
          </a:bodyPr>
          <a:lstStyle>
            <a:lvl1pPr algn="l">
              <a:lnSpc>
                <a:spcPct val="100000"/>
              </a:lnSpc>
              <a:defRPr sz="2800" b="1"/>
            </a:lvl1pPr>
          </a:lstStyle>
          <a:p>
            <a:r>
              <a:rPr lang="en-US" dirty="0"/>
              <a:t>Title</a:t>
            </a:r>
          </a:p>
        </p:txBody>
      </p:sp>
    </p:spTree>
    <p:extLst>
      <p:ext uri="{BB962C8B-B14F-4D97-AF65-F5344CB8AC3E}">
        <p14:creationId xmlns:p14="http://schemas.microsoft.com/office/powerpoint/2010/main" val="73746440"/>
      </p:ext>
    </p:extLst>
  </p:cSld>
  <p:clrMapOvr>
    <a:masterClrMapping/>
  </p:clrMapOvr>
  <p:extLst>
    <p:ext uri="{DCECCB84-F9BA-43D5-87BE-67443E8EF086}">
      <p15:sldGuideLst xmlns:p15="http://schemas.microsoft.com/office/powerpoint/2012/main">
        <p15:guide id="1" orient="horz" pos="68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 Insert Photo">
    <p:bg>
      <p:bgPr>
        <a:solidFill>
          <a:schemeClr val="bg2"/>
        </a:solidFill>
        <a:effectLst/>
      </p:bgPr>
    </p:bg>
    <p:spTree>
      <p:nvGrpSpPr>
        <p:cNvPr id="1" name=""/>
        <p:cNvGrpSpPr/>
        <p:nvPr/>
      </p:nvGrpSpPr>
      <p:grpSpPr>
        <a:xfrm>
          <a:off x="0" y="0"/>
          <a:ext cx="0" cy="0"/>
          <a:chOff x="0" y="0"/>
          <a:chExt cx="0" cy="0"/>
        </a:xfrm>
      </p:grpSpPr>
      <p:sp>
        <p:nvSpPr>
          <p:cNvPr id="8" name="Text Placeholder 14">
            <a:extLst>
              <a:ext uri="{FF2B5EF4-FFF2-40B4-BE49-F238E27FC236}">
                <a16:creationId xmlns:a16="http://schemas.microsoft.com/office/drawing/2014/main" id="{1DAA1895-BC9B-D608-8F60-D1D9BE14EC78}"/>
              </a:ext>
            </a:extLst>
          </p:cNvPr>
          <p:cNvSpPr>
            <a:spLocks noGrp="1"/>
          </p:cNvSpPr>
          <p:nvPr>
            <p:ph type="body" sz="quarter" idx="11" hasCustomPrompt="1"/>
          </p:nvPr>
        </p:nvSpPr>
        <p:spPr>
          <a:xfrm>
            <a:off x="382044" y="3046183"/>
            <a:ext cx="4496935" cy="804394"/>
          </a:xfrm>
          <a:noFill/>
        </p:spPr>
        <p:txBody>
          <a:bodyPr lIns="182880" tIns="128016" rIns="182880" bIns="100584" anchor="ctr" anchorCtr="0">
            <a:noAutofit/>
          </a:bodyPr>
          <a:lstStyle>
            <a:lvl1pPr marL="0" indent="0">
              <a:lnSpc>
                <a:spcPct val="100000"/>
              </a:lnSpc>
              <a:spcBef>
                <a:spcPts val="0"/>
              </a:spcBef>
              <a:spcAft>
                <a:spcPts val="500"/>
              </a:spcAft>
              <a:buNone/>
              <a:defRPr sz="140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Presenter Name</a:t>
            </a:r>
            <a:br>
              <a:rPr lang="en-US" dirty="0"/>
            </a:br>
            <a:r>
              <a:rPr lang="en-US" dirty="0"/>
              <a:t>Venue or Organization</a:t>
            </a:r>
            <a:br>
              <a:rPr lang="en-US" dirty="0"/>
            </a:br>
            <a:r>
              <a:rPr lang="en-US" dirty="0"/>
              <a:t>Date</a:t>
            </a:r>
          </a:p>
        </p:txBody>
      </p:sp>
      <p:sp>
        <p:nvSpPr>
          <p:cNvPr id="19" name="Picture Placeholder 18">
            <a:extLst>
              <a:ext uri="{FF2B5EF4-FFF2-40B4-BE49-F238E27FC236}">
                <a16:creationId xmlns:a16="http://schemas.microsoft.com/office/drawing/2014/main" id="{3C68E19A-77B9-49C1-6434-A646F694367B}"/>
              </a:ext>
            </a:extLst>
          </p:cNvPr>
          <p:cNvSpPr>
            <a:spLocks noGrp="1"/>
          </p:cNvSpPr>
          <p:nvPr>
            <p:ph type="pic" sz="quarter" idx="13"/>
          </p:nvPr>
        </p:nvSpPr>
        <p:spPr>
          <a:xfrm>
            <a:off x="5285064" y="0"/>
            <a:ext cx="3858936" cy="5143500"/>
          </a:xfrm>
          <a:solidFill>
            <a:schemeClr val="bg1">
              <a:lumMod val="85000"/>
            </a:schemeClr>
          </a:solidFill>
        </p:spPr>
        <p:txBody>
          <a:bodyPr/>
          <a:lstStyle>
            <a:lvl1pPr algn="ctr">
              <a:buNone/>
              <a:defRPr/>
            </a:lvl1pPr>
          </a:lstStyle>
          <a:p>
            <a:r>
              <a:rPr lang="en-US"/>
              <a:t>Click icon to add picture</a:t>
            </a:r>
            <a:endParaRPr lang="en-US" dirty="0"/>
          </a:p>
        </p:txBody>
      </p:sp>
      <p:pic>
        <p:nvPicPr>
          <p:cNvPr id="20" name="Picture 19">
            <a:extLst>
              <a:ext uri="{FF2B5EF4-FFF2-40B4-BE49-F238E27FC236}">
                <a16:creationId xmlns:a16="http://schemas.microsoft.com/office/drawing/2014/main" id="{5AAA28FA-83CC-2896-F9E3-B756D4A6D30F}"/>
              </a:ext>
            </a:extLst>
          </p:cNvPr>
          <p:cNvPicPr>
            <a:picLocks noChangeAspect="1"/>
          </p:cNvPicPr>
          <p:nvPr userDrawn="1"/>
        </p:nvPicPr>
        <p:blipFill>
          <a:blip r:embed="rId2"/>
          <a:stretch>
            <a:fillRect/>
          </a:stretch>
        </p:blipFill>
        <p:spPr>
          <a:xfrm>
            <a:off x="408205" y="329992"/>
            <a:ext cx="2897704" cy="498785"/>
          </a:xfrm>
          <a:prstGeom prst="rect">
            <a:avLst/>
          </a:prstGeom>
        </p:spPr>
      </p:pic>
      <p:sp>
        <p:nvSpPr>
          <p:cNvPr id="2" name="TextBox 1">
            <a:extLst>
              <a:ext uri="{FF2B5EF4-FFF2-40B4-BE49-F238E27FC236}">
                <a16:creationId xmlns:a16="http://schemas.microsoft.com/office/drawing/2014/main" id="{A4DE7C34-4E0E-4B5C-FAC7-B78A450607B4}"/>
              </a:ext>
            </a:extLst>
          </p:cNvPr>
          <p:cNvSpPr txBox="1"/>
          <p:nvPr userDrawn="1"/>
        </p:nvSpPr>
        <p:spPr>
          <a:xfrm>
            <a:off x="567207" y="4830962"/>
            <a:ext cx="3224652" cy="200055"/>
          </a:xfrm>
          <a:prstGeom prst="rect">
            <a:avLst/>
          </a:prstGeom>
          <a:noFill/>
        </p:spPr>
        <p:txBody>
          <a:bodyPr wrap="square" lIns="0" tIns="0" rIns="0" bIns="0" rtlCol="0">
            <a:noAutofit/>
          </a:bodyPr>
          <a:lstStyle/>
          <a:p>
            <a:r>
              <a:rPr lang="en-US" sz="600" i="1" dirty="0">
                <a:ln>
                  <a:noFill/>
                </a:ln>
                <a:solidFill>
                  <a:schemeClr val="tx1">
                    <a:alpha val="45289"/>
                  </a:schemeClr>
                </a:solidFill>
                <a:effectLst/>
              </a:rPr>
              <a:t>Photo / Image Credit</a:t>
            </a:r>
          </a:p>
        </p:txBody>
      </p:sp>
      <p:sp>
        <p:nvSpPr>
          <p:cNvPr id="3" name="Title 2">
            <a:extLst>
              <a:ext uri="{FF2B5EF4-FFF2-40B4-BE49-F238E27FC236}">
                <a16:creationId xmlns:a16="http://schemas.microsoft.com/office/drawing/2014/main" id="{B283551F-AABC-6EF1-032D-22E6AEBD612A}"/>
              </a:ext>
            </a:extLst>
          </p:cNvPr>
          <p:cNvSpPr>
            <a:spLocks noGrp="1"/>
          </p:cNvSpPr>
          <p:nvPr>
            <p:ph type="title" hasCustomPrompt="1"/>
          </p:nvPr>
        </p:nvSpPr>
        <p:spPr>
          <a:xfrm>
            <a:off x="382044" y="2080666"/>
            <a:ext cx="4496935" cy="941963"/>
          </a:xfrm>
          <a:prstGeom prst="rect">
            <a:avLst/>
          </a:prstGeom>
        </p:spPr>
        <p:txBody>
          <a:bodyPr lIns="182880" anchor="ctr">
            <a:normAutofit/>
          </a:bodyPr>
          <a:lstStyle>
            <a:lvl1pPr algn="l">
              <a:lnSpc>
                <a:spcPct val="100000"/>
              </a:lnSpc>
              <a:defRPr sz="2800" b="1">
                <a:solidFill>
                  <a:schemeClr val="tx1"/>
                </a:solidFill>
              </a:defRPr>
            </a:lvl1pPr>
          </a:lstStyle>
          <a:p>
            <a:r>
              <a:rPr lang="en-US" dirty="0"/>
              <a:t>Title</a:t>
            </a:r>
          </a:p>
        </p:txBody>
      </p:sp>
    </p:spTree>
    <p:extLst>
      <p:ext uri="{BB962C8B-B14F-4D97-AF65-F5344CB8AC3E}">
        <p14:creationId xmlns:p14="http://schemas.microsoft.com/office/powerpoint/2010/main" val="2139143507"/>
      </p:ext>
    </p:extLst>
  </p:cSld>
  <p:clrMapOvr>
    <a:masterClrMapping/>
  </p:clrMapOvr>
  <p:extLst>
    <p:ext uri="{DCECCB84-F9BA-43D5-87BE-67443E8EF086}">
      <p15:sldGuideLst xmlns:p15="http://schemas.microsoft.com/office/powerpoint/2012/main">
        <p15:guide id="1" orient="horz" pos="68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mple Slide - Text, 2 columns">
    <p:spTree>
      <p:nvGrpSpPr>
        <p:cNvPr id="1" name=""/>
        <p:cNvGrpSpPr/>
        <p:nvPr/>
      </p:nvGrpSpPr>
      <p:grpSpPr>
        <a:xfrm>
          <a:off x="0" y="0"/>
          <a:ext cx="0" cy="0"/>
          <a:chOff x="0" y="0"/>
          <a:chExt cx="0" cy="0"/>
        </a:xfrm>
      </p:grpSpPr>
      <p:sp>
        <p:nvSpPr>
          <p:cNvPr id="7" name="Text Placeholder 8">
            <a:extLst>
              <a:ext uri="{FF2B5EF4-FFF2-40B4-BE49-F238E27FC236}">
                <a16:creationId xmlns:a16="http://schemas.microsoft.com/office/drawing/2014/main" id="{273DCF93-8510-20FB-3AC3-FB0D2432C7C5}"/>
              </a:ext>
            </a:extLst>
          </p:cNvPr>
          <p:cNvSpPr>
            <a:spLocks noGrp="1"/>
          </p:cNvSpPr>
          <p:nvPr>
            <p:ph type="body" sz="quarter" idx="13"/>
          </p:nvPr>
        </p:nvSpPr>
        <p:spPr>
          <a:xfrm>
            <a:off x="4717372" y="1072700"/>
            <a:ext cx="3979863" cy="3673475"/>
          </a:xfrm>
        </p:spPr>
        <p:txBody>
          <a:bodyPr/>
          <a:lstStyle>
            <a:lvl1pPr>
              <a:buFont typeface="Arial" panose="020B0604020202020204" pitchFamily="34" charset="0"/>
              <a:buChar char="•"/>
              <a:defRPr/>
            </a:lvl1pPr>
            <a:lvl5pPr marL="1179576">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Box 9">
            <a:extLst>
              <a:ext uri="{FF2B5EF4-FFF2-40B4-BE49-F238E27FC236}">
                <a16:creationId xmlns:a16="http://schemas.microsoft.com/office/drawing/2014/main" id="{67AC75E7-7BFD-4A75-83A1-67A33697740C}"/>
              </a:ext>
            </a:extLst>
          </p:cNvPr>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dirty="0">
                <a:latin typeface="Arial" panose="020B0604020202020204" pitchFamily="34" charset="0"/>
                <a:cs typeface="Arial" panose="020B0604020202020204" pitchFamily="34" charset="0"/>
              </a:rPr>
              <a:t>National Laboratory of the Rockies</a:t>
            </a:r>
            <a:r>
              <a:rPr lang="en-US" sz="750" baseline="0" dirty="0">
                <a:latin typeface="Arial" panose="020B0604020202020204" pitchFamily="34" charset="0"/>
                <a:cs typeface="Arial" panose="020B0604020202020204" pitchFamily="34" charset="0"/>
              </a:rPr>
              <a:t>    </a:t>
            </a:r>
            <a:r>
              <a:rPr lang="en-US" sz="750" dirty="0">
                <a:latin typeface="Arial" panose="020B0604020202020204" pitchFamily="34" charset="0"/>
                <a:cs typeface="Arial" panose="020B0604020202020204" pitchFamily="34" charset="0"/>
              </a:rPr>
              <a:t>|    </a:t>
            </a:r>
            <a:fld id="{BFD71CF8-5198-8441-A7C0-DC22FD64CBE4}" type="slidenum">
              <a:rPr lang="en-US" sz="750" smtClean="0">
                <a:latin typeface="Arial" panose="020B0604020202020204" pitchFamily="34" charset="0"/>
                <a:cs typeface="Arial" panose="020B0604020202020204" pitchFamily="34" charset="0"/>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dirty="0">
              <a:latin typeface="Arial" panose="020B0604020202020204" pitchFamily="34" charset="0"/>
              <a:cs typeface="Arial" panose="020B0604020202020204" pitchFamily="34" charset="0"/>
            </a:endParaRPr>
          </a:p>
        </p:txBody>
      </p:sp>
      <p:sp>
        <p:nvSpPr>
          <p:cNvPr id="6" name="Text Placeholder 3">
            <a:extLst>
              <a:ext uri="{FF2B5EF4-FFF2-40B4-BE49-F238E27FC236}">
                <a16:creationId xmlns:a16="http://schemas.microsoft.com/office/drawing/2014/main" id="{D02A84B4-4231-D57B-0394-9A45075BF7A9}"/>
              </a:ext>
            </a:extLst>
          </p:cNvPr>
          <p:cNvSpPr>
            <a:spLocks noGrp="1"/>
          </p:cNvSpPr>
          <p:nvPr>
            <p:ph type="body" sz="quarter" idx="12"/>
          </p:nvPr>
        </p:nvSpPr>
        <p:spPr>
          <a:xfrm>
            <a:off x="462225" y="1072700"/>
            <a:ext cx="3964404" cy="3657767"/>
          </a:xfrm>
        </p:spPr>
        <p:txBody>
          <a:bodyPr>
            <a:normAutofit/>
          </a:bodyPr>
          <a:lstStyle>
            <a:lvl1pPr>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Rectangle 1">
            <a:extLst>
              <a:ext uri="{FF2B5EF4-FFF2-40B4-BE49-F238E27FC236}">
                <a16:creationId xmlns:a16="http://schemas.microsoft.com/office/drawing/2014/main" id="{1E305380-DFD5-07AB-CD90-D29D63B6F305}"/>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09D0201A-9396-B2CD-9366-853DA3A88E79}"/>
              </a:ext>
            </a:extLst>
          </p:cNvPr>
          <p:cNvSpPr>
            <a:spLocks noGrp="1"/>
          </p:cNvSpPr>
          <p:nvPr>
            <p:ph type="title" hasCustomPrompt="1"/>
          </p:nvPr>
        </p:nvSpPr>
        <p:spPr>
          <a:xfrm>
            <a:off x="0" y="0"/>
            <a:ext cx="4443984" cy="905256"/>
          </a:xfrm>
          <a:prstGeom prst="round2DiagRect">
            <a:avLst/>
          </a:prstGeom>
          <a:solidFill>
            <a:schemeClr val="tx2"/>
          </a:solidFill>
        </p:spPr>
        <p:txBody>
          <a:bodyPr anchor="ctr" anchorCtr="0"/>
          <a:lstStyle>
            <a:lvl1pPr algn="ctr">
              <a:defRPr sz="2500"/>
            </a:lvl1pPr>
          </a:lstStyle>
          <a:p>
            <a:r>
              <a:rPr lang="en-US" dirty="0"/>
              <a:t>Simple Slide</a:t>
            </a:r>
          </a:p>
        </p:txBody>
      </p:sp>
    </p:spTree>
    <p:extLst>
      <p:ext uri="{BB962C8B-B14F-4D97-AF65-F5344CB8AC3E}">
        <p14:creationId xmlns:p14="http://schemas.microsoft.com/office/powerpoint/2010/main" val="3495120877"/>
      </p:ext>
    </p:extLst>
  </p:cSld>
  <p:clrMapOvr>
    <a:masterClrMapping/>
  </p:clrMapOvr>
  <p:extLst>
    <p:ext uri="{DCECCB84-F9BA-43D5-87BE-67443E8EF086}">
      <p15:sldGuideLst xmlns:p15="http://schemas.microsoft.com/office/powerpoint/2012/main">
        <p15:guide id="1" orient="horz" pos="68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imple Slide 2 - Text, 2 columns ">
    <p:spTree>
      <p:nvGrpSpPr>
        <p:cNvPr id="1" name=""/>
        <p:cNvGrpSpPr/>
        <p:nvPr/>
      </p:nvGrpSpPr>
      <p:grpSpPr>
        <a:xfrm>
          <a:off x="0" y="0"/>
          <a:ext cx="0" cy="0"/>
          <a:chOff x="0" y="0"/>
          <a:chExt cx="0" cy="0"/>
        </a:xfrm>
      </p:grpSpPr>
      <p:sp>
        <p:nvSpPr>
          <p:cNvPr id="9" name="TextBox 6">
            <a:extLst>
              <a:ext uri="{FF2B5EF4-FFF2-40B4-BE49-F238E27FC236}">
                <a16:creationId xmlns:a16="http://schemas.microsoft.com/office/drawing/2014/main" id="{03554E28-3E97-3A4B-70F7-3222381A2D72}"/>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latin typeface="Arial" panose="020B0604020202020204" pitchFamily="34" charset="0"/>
                <a:cs typeface="Arial" panose="020B0604020202020204" pitchFamily="34" charset="0"/>
              </a:rPr>
              <a:t>National Laboratory of the Rockies</a:t>
            </a:r>
            <a:r>
              <a:rPr lang="en-US" sz="750" baseline="0">
                <a:latin typeface="Arial" panose="020B0604020202020204" pitchFamily="34" charset="0"/>
                <a:cs typeface="Arial" panose="020B0604020202020204" pitchFamily="34" charset="0"/>
              </a:rPr>
              <a:t>    </a:t>
            </a:r>
            <a:r>
              <a:rPr lang="en-US" sz="750">
                <a:latin typeface="Arial" panose="020B0604020202020204" pitchFamily="34" charset="0"/>
                <a:cs typeface="Arial" panose="020B0604020202020204" pitchFamily="34" charset="0"/>
              </a:rPr>
              <a:t>|    </a:t>
            </a:r>
            <a:fld id="{BFD71CF8-5198-8441-A7C0-DC22FD64CBE4}" type="slidenum">
              <a:rPr lang="en-US" sz="750" smtClean="0">
                <a:latin typeface="Arial" panose="020B0604020202020204" pitchFamily="34" charset="0"/>
                <a:cs typeface="Arial" panose="020B0604020202020204" pitchFamily="34" charset="0"/>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latin typeface="Arial" panose="020B0604020202020204" pitchFamily="34" charset="0"/>
              <a:cs typeface="Arial" panose="020B0604020202020204" pitchFamily="34" charset="0"/>
            </a:endParaRPr>
          </a:p>
        </p:txBody>
      </p:sp>
      <p:sp>
        <p:nvSpPr>
          <p:cNvPr id="10" name="Text Placeholder 3">
            <a:extLst>
              <a:ext uri="{FF2B5EF4-FFF2-40B4-BE49-F238E27FC236}">
                <a16:creationId xmlns:a16="http://schemas.microsoft.com/office/drawing/2014/main" id="{D9FE4844-2EAA-D15C-61E1-DAB24CB71CFE}"/>
              </a:ext>
            </a:extLst>
          </p:cNvPr>
          <p:cNvSpPr>
            <a:spLocks noGrp="1"/>
          </p:cNvSpPr>
          <p:nvPr>
            <p:ph type="body" sz="quarter" idx="12"/>
          </p:nvPr>
        </p:nvSpPr>
        <p:spPr>
          <a:xfrm>
            <a:off x="462224" y="1072700"/>
            <a:ext cx="3964404" cy="3657767"/>
          </a:xfrm>
        </p:spPr>
        <p:txBody>
          <a:bodyPr>
            <a:normAutofit/>
          </a:bodyPr>
          <a:lstStyle>
            <a:lvl1pPr>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8">
            <a:extLst>
              <a:ext uri="{FF2B5EF4-FFF2-40B4-BE49-F238E27FC236}">
                <a16:creationId xmlns:a16="http://schemas.microsoft.com/office/drawing/2014/main" id="{06C333C1-CAD2-04B8-1D50-AEA24EC66B32}"/>
              </a:ext>
            </a:extLst>
          </p:cNvPr>
          <p:cNvSpPr>
            <a:spLocks noGrp="1"/>
          </p:cNvSpPr>
          <p:nvPr>
            <p:ph type="body" sz="quarter" idx="13"/>
          </p:nvPr>
        </p:nvSpPr>
        <p:spPr>
          <a:xfrm>
            <a:off x="4717374" y="1072700"/>
            <a:ext cx="3979863" cy="3673475"/>
          </a:xfrm>
        </p:spPr>
        <p:txBody>
          <a:bodyPr/>
          <a:lstStyle>
            <a:lvl1pPr>
              <a:buFont typeface="Arial" panose="020B0604020202020204" pitchFamily="34" charset="0"/>
              <a:buChar char="•"/>
              <a:defRPr/>
            </a:lvl1pPr>
            <a:lvl5pPr marL="1179576">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Rectangle 1">
            <a:extLst>
              <a:ext uri="{FF2B5EF4-FFF2-40B4-BE49-F238E27FC236}">
                <a16:creationId xmlns:a16="http://schemas.microsoft.com/office/drawing/2014/main" id="{C7E12AA5-9C4E-55BC-750F-AECB42D6BD23}"/>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262E0FA8-08AE-655A-CADD-96B5C04E142A}"/>
              </a:ext>
            </a:extLst>
          </p:cNvPr>
          <p:cNvSpPr>
            <a:spLocks noGrp="1"/>
          </p:cNvSpPr>
          <p:nvPr>
            <p:ph type="title" hasCustomPrompt="1"/>
          </p:nvPr>
        </p:nvSpPr>
        <p:spPr>
          <a:xfrm>
            <a:off x="0" y="0"/>
            <a:ext cx="6524170" cy="905256"/>
          </a:xfrm>
          <a:prstGeom prst="round2DiagRect">
            <a:avLst/>
          </a:prstGeom>
          <a:solidFill>
            <a:schemeClr val="tx2"/>
          </a:solidFill>
        </p:spPr>
        <p:txBody>
          <a:bodyPr anchor="ctr" anchorCtr="0"/>
          <a:lstStyle>
            <a:lvl1pPr algn="ctr">
              <a:defRPr sz="2500"/>
            </a:lvl1pPr>
          </a:lstStyle>
          <a:p>
            <a:r>
              <a:rPr lang="en-US" dirty="0"/>
              <a:t>Simple Slide</a:t>
            </a:r>
          </a:p>
        </p:txBody>
      </p:sp>
    </p:spTree>
    <p:extLst>
      <p:ext uri="{BB962C8B-B14F-4D97-AF65-F5344CB8AC3E}">
        <p14:creationId xmlns:p14="http://schemas.microsoft.com/office/powerpoint/2010/main" val="357078153"/>
      </p:ext>
    </p:extLst>
  </p:cSld>
  <p:clrMapOvr>
    <a:masterClrMapping/>
  </p:clrMapOvr>
  <p:extLst>
    <p:ext uri="{DCECCB84-F9BA-43D5-87BE-67443E8EF086}">
      <p15:sldGuideLst xmlns:p15="http://schemas.microsoft.com/office/powerpoint/2012/main">
        <p15:guide id="1" orient="horz" pos="68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mple Slide 3 - Text, 2 columns ">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66B6C6E8-42C3-4A1F-BB59-EF4B7F76FB04}"/>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latin typeface="Arial" panose="020B0604020202020204" pitchFamily="34" charset="0"/>
                <a:cs typeface="Arial" panose="020B0604020202020204" pitchFamily="34" charset="0"/>
              </a:rPr>
              <a:t>National Laboratory of the Rockies</a:t>
            </a:r>
            <a:r>
              <a:rPr lang="en-US" sz="750" baseline="0">
                <a:latin typeface="Arial" panose="020B0604020202020204" pitchFamily="34" charset="0"/>
                <a:cs typeface="Arial" panose="020B0604020202020204" pitchFamily="34" charset="0"/>
              </a:rPr>
              <a:t>    </a:t>
            </a:r>
            <a:r>
              <a:rPr lang="en-US" sz="750">
                <a:latin typeface="Arial" panose="020B0604020202020204" pitchFamily="34" charset="0"/>
                <a:cs typeface="Arial" panose="020B0604020202020204" pitchFamily="34" charset="0"/>
              </a:rPr>
              <a:t>|    </a:t>
            </a:r>
            <a:fld id="{BFD71CF8-5198-8441-A7C0-DC22FD64CBE4}" type="slidenum">
              <a:rPr lang="en-US" sz="750" smtClean="0">
                <a:latin typeface="Arial" panose="020B0604020202020204" pitchFamily="34" charset="0"/>
                <a:cs typeface="Arial" panose="020B0604020202020204" pitchFamily="34" charset="0"/>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latin typeface="Arial" panose="020B0604020202020204" pitchFamily="34" charset="0"/>
              <a:cs typeface="Arial" panose="020B0604020202020204" pitchFamily="34" charset="0"/>
            </a:endParaRPr>
          </a:p>
        </p:txBody>
      </p:sp>
      <p:sp>
        <p:nvSpPr>
          <p:cNvPr id="3" name="Text Placeholder 8">
            <a:extLst>
              <a:ext uri="{FF2B5EF4-FFF2-40B4-BE49-F238E27FC236}">
                <a16:creationId xmlns:a16="http://schemas.microsoft.com/office/drawing/2014/main" id="{39CADBED-3E11-D19F-95D9-44B761356F6A}"/>
              </a:ext>
            </a:extLst>
          </p:cNvPr>
          <p:cNvSpPr>
            <a:spLocks noGrp="1"/>
          </p:cNvSpPr>
          <p:nvPr>
            <p:ph type="body" sz="quarter" idx="12"/>
          </p:nvPr>
        </p:nvSpPr>
        <p:spPr>
          <a:xfrm>
            <a:off x="462224" y="1072700"/>
            <a:ext cx="3964404" cy="3657767"/>
          </a:xfrm>
        </p:spPr>
        <p:txBody>
          <a:bodyPr>
            <a:normAutofit/>
          </a:bodyPr>
          <a:lstStyle>
            <a:lvl1pPr>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a:extLst>
              <a:ext uri="{FF2B5EF4-FFF2-40B4-BE49-F238E27FC236}">
                <a16:creationId xmlns:a16="http://schemas.microsoft.com/office/drawing/2014/main" id="{38D825E5-1CA6-41E1-E519-C8FCDEE26E16}"/>
              </a:ext>
            </a:extLst>
          </p:cNvPr>
          <p:cNvSpPr>
            <a:spLocks noGrp="1"/>
          </p:cNvSpPr>
          <p:nvPr>
            <p:ph type="body" sz="quarter" idx="13"/>
          </p:nvPr>
        </p:nvSpPr>
        <p:spPr>
          <a:xfrm>
            <a:off x="4717374" y="1072700"/>
            <a:ext cx="3979863" cy="3673475"/>
          </a:xfrm>
        </p:spPr>
        <p:txBody>
          <a:bodyPr/>
          <a:lstStyle>
            <a:lvl1pPr>
              <a:buFont typeface="Arial" panose="020B0604020202020204" pitchFamily="34" charset="0"/>
              <a:buChar char="•"/>
              <a:defRPr/>
            </a:lvl1pPr>
            <a:lvl5pPr marL="1179576">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Rectangle 1">
            <a:extLst>
              <a:ext uri="{FF2B5EF4-FFF2-40B4-BE49-F238E27FC236}">
                <a16:creationId xmlns:a16="http://schemas.microsoft.com/office/drawing/2014/main" id="{59F66804-445E-D222-C035-80496AFF621E}"/>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itle 3">
            <a:extLst>
              <a:ext uri="{FF2B5EF4-FFF2-40B4-BE49-F238E27FC236}">
                <a16:creationId xmlns:a16="http://schemas.microsoft.com/office/drawing/2014/main" id="{49BA9307-901C-41BA-431E-B5D7E476C3E4}"/>
              </a:ext>
            </a:extLst>
          </p:cNvPr>
          <p:cNvSpPr>
            <a:spLocks noGrp="1"/>
          </p:cNvSpPr>
          <p:nvPr>
            <p:ph type="title" hasCustomPrompt="1"/>
          </p:nvPr>
        </p:nvSpPr>
        <p:spPr>
          <a:xfrm>
            <a:off x="-1" y="0"/>
            <a:ext cx="8697237" cy="905256"/>
          </a:xfrm>
          <a:prstGeom prst="round2DiagRect">
            <a:avLst/>
          </a:prstGeom>
          <a:solidFill>
            <a:schemeClr val="tx2"/>
          </a:solidFill>
        </p:spPr>
        <p:txBody>
          <a:bodyPr anchor="ctr" anchorCtr="0"/>
          <a:lstStyle>
            <a:lvl1pPr algn="ctr">
              <a:defRPr sz="2500"/>
            </a:lvl1pPr>
          </a:lstStyle>
          <a:p>
            <a:r>
              <a:rPr lang="en-US" dirty="0"/>
              <a:t>Simple Slide</a:t>
            </a:r>
          </a:p>
        </p:txBody>
      </p:sp>
    </p:spTree>
    <p:extLst>
      <p:ext uri="{BB962C8B-B14F-4D97-AF65-F5344CB8AC3E}">
        <p14:creationId xmlns:p14="http://schemas.microsoft.com/office/powerpoint/2010/main" val="14850096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mple Slide - Text, 1 column">
    <p:spTree>
      <p:nvGrpSpPr>
        <p:cNvPr id="1" name=""/>
        <p:cNvGrpSpPr/>
        <p:nvPr/>
      </p:nvGrpSpPr>
      <p:grpSpPr>
        <a:xfrm>
          <a:off x="0" y="0"/>
          <a:ext cx="0" cy="0"/>
          <a:chOff x="0" y="0"/>
          <a:chExt cx="0" cy="0"/>
        </a:xfrm>
      </p:grpSpPr>
      <p:sp>
        <p:nvSpPr>
          <p:cNvPr id="2" name="TextBox 9">
            <a:extLst>
              <a:ext uri="{FF2B5EF4-FFF2-40B4-BE49-F238E27FC236}">
                <a16:creationId xmlns:a16="http://schemas.microsoft.com/office/drawing/2014/main" id="{25148744-CE6B-2345-982F-B708871730DE}"/>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latin typeface="Arial" panose="020B0604020202020204" pitchFamily="34" charset="0"/>
                <a:cs typeface="Arial" panose="020B0604020202020204" pitchFamily="34" charset="0"/>
              </a:rPr>
              <a:t>National Laboratory of the Rockies</a:t>
            </a:r>
            <a:r>
              <a:rPr lang="en-US" sz="750" baseline="0">
                <a:latin typeface="Arial" panose="020B0604020202020204" pitchFamily="34" charset="0"/>
                <a:cs typeface="Arial" panose="020B0604020202020204" pitchFamily="34" charset="0"/>
              </a:rPr>
              <a:t>    </a:t>
            </a:r>
            <a:r>
              <a:rPr lang="en-US" sz="750">
                <a:latin typeface="Arial" panose="020B0604020202020204" pitchFamily="34" charset="0"/>
                <a:cs typeface="Arial" panose="020B0604020202020204" pitchFamily="34" charset="0"/>
              </a:rPr>
              <a:t>|    </a:t>
            </a:r>
            <a:fld id="{BFD71CF8-5198-8441-A7C0-DC22FD64CBE4}" type="slidenum">
              <a:rPr lang="en-US" sz="750" smtClean="0">
                <a:latin typeface="Arial" panose="020B0604020202020204" pitchFamily="34" charset="0"/>
                <a:cs typeface="Arial" panose="020B0604020202020204" pitchFamily="34" charset="0"/>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latin typeface="Arial" panose="020B0604020202020204" pitchFamily="34" charset="0"/>
              <a:cs typeface="Arial" panose="020B0604020202020204" pitchFamily="34" charset="0"/>
            </a:endParaRPr>
          </a:p>
        </p:txBody>
      </p:sp>
      <p:sp>
        <p:nvSpPr>
          <p:cNvPr id="9" name="Text Placeholder 8">
            <a:extLst>
              <a:ext uri="{FF2B5EF4-FFF2-40B4-BE49-F238E27FC236}">
                <a16:creationId xmlns:a16="http://schemas.microsoft.com/office/drawing/2014/main" id="{C91DEBF9-3758-DA93-AA3D-C23FBD14DCBC}"/>
              </a:ext>
            </a:extLst>
          </p:cNvPr>
          <p:cNvSpPr>
            <a:spLocks noGrp="1"/>
          </p:cNvSpPr>
          <p:nvPr>
            <p:ph type="body" sz="quarter" idx="10"/>
          </p:nvPr>
        </p:nvSpPr>
        <p:spPr>
          <a:xfrm>
            <a:off x="462776" y="1084202"/>
            <a:ext cx="8229599" cy="3657767"/>
          </a:xfrm>
        </p:spPr>
        <p:txBody>
          <a:bodyPr>
            <a:normAutofit/>
          </a:bodyPr>
          <a:lstStyle>
            <a:lvl1pPr>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2">
            <a:extLst>
              <a:ext uri="{FF2B5EF4-FFF2-40B4-BE49-F238E27FC236}">
                <a16:creationId xmlns:a16="http://schemas.microsoft.com/office/drawing/2014/main" id="{6AC25243-AFF8-CA66-42ED-B0874ADB0EBF}"/>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A967F2DD-CC0E-9A8C-11B9-4AB04B0765DB}"/>
              </a:ext>
            </a:extLst>
          </p:cNvPr>
          <p:cNvSpPr>
            <a:spLocks noGrp="1"/>
          </p:cNvSpPr>
          <p:nvPr>
            <p:ph type="title" hasCustomPrompt="1"/>
          </p:nvPr>
        </p:nvSpPr>
        <p:spPr>
          <a:xfrm>
            <a:off x="0" y="0"/>
            <a:ext cx="4443984" cy="905256"/>
          </a:xfrm>
          <a:prstGeom prst="round2DiagRect">
            <a:avLst/>
          </a:prstGeom>
          <a:solidFill>
            <a:schemeClr val="tx2"/>
          </a:solidFill>
        </p:spPr>
        <p:txBody>
          <a:bodyPr anchor="ctr" anchorCtr="0"/>
          <a:lstStyle>
            <a:lvl1pPr algn="ctr">
              <a:defRPr sz="2500"/>
            </a:lvl1pPr>
          </a:lstStyle>
          <a:p>
            <a:r>
              <a:rPr lang="en-US" dirty="0"/>
              <a:t>Simple Slide</a:t>
            </a:r>
          </a:p>
        </p:txBody>
      </p:sp>
    </p:spTree>
    <p:extLst>
      <p:ext uri="{BB962C8B-B14F-4D97-AF65-F5344CB8AC3E}">
        <p14:creationId xmlns:p14="http://schemas.microsoft.com/office/powerpoint/2010/main" val="1941126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mple Slide 2 - Text, 1 column">
    <p:spTree>
      <p:nvGrpSpPr>
        <p:cNvPr id="1" name=""/>
        <p:cNvGrpSpPr/>
        <p:nvPr/>
      </p:nvGrpSpPr>
      <p:grpSpPr>
        <a:xfrm>
          <a:off x="0" y="0"/>
          <a:ext cx="0" cy="0"/>
          <a:chOff x="0" y="0"/>
          <a:chExt cx="0" cy="0"/>
        </a:xfrm>
      </p:grpSpPr>
      <p:sp>
        <p:nvSpPr>
          <p:cNvPr id="2" name="TextBox 6">
            <a:extLst>
              <a:ext uri="{FF2B5EF4-FFF2-40B4-BE49-F238E27FC236}">
                <a16:creationId xmlns:a16="http://schemas.microsoft.com/office/drawing/2014/main" id="{7EEE770E-246E-0206-1601-8F53F7A4D0E0}"/>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dirty="0">
                <a:latin typeface="Arial" panose="020B0604020202020204" pitchFamily="34" charset="0"/>
                <a:cs typeface="Arial" panose="020B0604020202020204" pitchFamily="34" charset="0"/>
              </a:rPr>
              <a:t>National Laboratory of the Rockies</a:t>
            </a:r>
            <a:r>
              <a:rPr lang="en-US" sz="750" baseline="0" dirty="0">
                <a:latin typeface="Arial" panose="020B0604020202020204" pitchFamily="34" charset="0"/>
                <a:cs typeface="Arial" panose="020B0604020202020204" pitchFamily="34" charset="0"/>
              </a:rPr>
              <a:t>    </a:t>
            </a:r>
            <a:r>
              <a:rPr lang="en-US" sz="750" dirty="0">
                <a:latin typeface="Arial" panose="020B0604020202020204" pitchFamily="34" charset="0"/>
                <a:cs typeface="Arial" panose="020B0604020202020204" pitchFamily="34" charset="0"/>
              </a:rPr>
              <a:t>|    </a:t>
            </a:r>
            <a:fld id="{BFD71CF8-5198-8441-A7C0-DC22FD64CBE4}" type="slidenum">
              <a:rPr lang="en-US" sz="750" smtClean="0">
                <a:latin typeface="Arial" panose="020B0604020202020204" pitchFamily="34" charset="0"/>
                <a:cs typeface="Arial" panose="020B0604020202020204" pitchFamily="34" charset="0"/>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dirty="0">
              <a:latin typeface="Arial" panose="020B0604020202020204" pitchFamily="34" charset="0"/>
              <a:cs typeface="Arial" panose="020B0604020202020204" pitchFamily="34" charset="0"/>
            </a:endParaRPr>
          </a:p>
        </p:txBody>
      </p:sp>
      <p:sp>
        <p:nvSpPr>
          <p:cNvPr id="3" name="Text Placeholder 8">
            <a:extLst>
              <a:ext uri="{FF2B5EF4-FFF2-40B4-BE49-F238E27FC236}">
                <a16:creationId xmlns:a16="http://schemas.microsoft.com/office/drawing/2014/main" id="{4EDB83C1-C315-3C43-5411-4464A5818B2A}"/>
              </a:ext>
            </a:extLst>
          </p:cNvPr>
          <p:cNvSpPr>
            <a:spLocks noGrp="1"/>
          </p:cNvSpPr>
          <p:nvPr>
            <p:ph type="body" sz="quarter" idx="10"/>
          </p:nvPr>
        </p:nvSpPr>
        <p:spPr>
          <a:xfrm>
            <a:off x="462776" y="1084202"/>
            <a:ext cx="8229599" cy="3657767"/>
          </a:xfrm>
        </p:spPr>
        <p:txBody>
          <a:bodyPr>
            <a:normAutofit/>
          </a:bodyPr>
          <a:lstStyle>
            <a:lvl1pPr>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A6C08251-99D2-8650-ACEF-FAA7CEDFBFA3}"/>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itle 20">
            <a:extLst>
              <a:ext uri="{FF2B5EF4-FFF2-40B4-BE49-F238E27FC236}">
                <a16:creationId xmlns:a16="http://schemas.microsoft.com/office/drawing/2014/main" id="{55A73BCC-7C77-ED51-CDDB-BCA14EB0D879}"/>
              </a:ext>
            </a:extLst>
          </p:cNvPr>
          <p:cNvSpPr>
            <a:spLocks noGrp="1"/>
          </p:cNvSpPr>
          <p:nvPr>
            <p:ph type="title" hasCustomPrompt="1"/>
          </p:nvPr>
        </p:nvSpPr>
        <p:spPr>
          <a:xfrm>
            <a:off x="0" y="0"/>
            <a:ext cx="6524170" cy="905256"/>
          </a:xfrm>
          <a:prstGeom prst="round2DiagRect">
            <a:avLst/>
          </a:prstGeom>
          <a:solidFill>
            <a:schemeClr val="tx2"/>
          </a:solidFill>
        </p:spPr>
        <p:txBody>
          <a:bodyPr anchor="ctr" anchorCtr="0"/>
          <a:lstStyle>
            <a:lvl1pPr algn="ctr">
              <a:defRPr sz="2500"/>
            </a:lvl1pPr>
          </a:lstStyle>
          <a:p>
            <a:r>
              <a:rPr lang="en-US" dirty="0"/>
              <a:t>Simple Slide</a:t>
            </a:r>
          </a:p>
        </p:txBody>
      </p:sp>
    </p:spTree>
    <p:extLst>
      <p:ext uri="{BB962C8B-B14F-4D97-AF65-F5344CB8AC3E}">
        <p14:creationId xmlns:p14="http://schemas.microsoft.com/office/powerpoint/2010/main" val="39821035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imple Slide 3 - Text, 1 column">
    <p:spTree>
      <p:nvGrpSpPr>
        <p:cNvPr id="1" name=""/>
        <p:cNvGrpSpPr/>
        <p:nvPr/>
      </p:nvGrpSpPr>
      <p:grpSpPr>
        <a:xfrm>
          <a:off x="0" y="0"/>
          <a:ext cx="0" cy="0"/>
          <a:chOff x="0" y="0"/>
          <a:chExt cx="0" cy="0"/>
        </a:xfrm>
      </p:grpSpPr>
      <p:sp>
        <p:nvSpPr>
          <p:cNvPr id="3" name="TextBox 6">
            <a:extLst>
              <a:ext uri="{FF2B5EF4-FFF2-40B4-BE49-F238E27FC236}">
                <a16:creationId xmlns:a16="http://schemas.microsoft.com/office/drawing/2014/main" id="{ABB491D7-A7E8-A790-CACC-720C7E26E8B6}"/>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latin typeface="Arial" panose="020B0604020202020204" pitchFamily="34" charset="0"/>
                <a:cs typeface="Arial" panose="020B0604020202020204" pitchFamily="34" charset="0"/>
              </a:rPr>
              <a:t>National Laboratory of the Rockies</a:t>
            </a:r>
            <a:r>
              <a:rPr lang="en-US" sz="750" baseline="0">
                <a:latin typeface="Arial" panose="020B0604020202020204" pitchFamily="34" charset="0"/>
                <a:cs typeface="Arial" panose="020B0604020202020204" pitchFamily="34" charset="0"/>
              </a:rPr>
              <a:t>    </a:t>
            </a:r>
            <a:r>
              <a:rPr lang="en-US" sz="750">
                <a:latin typeface="Arial" panose="020B0604020202020204" pitchFamily="34" charset="0"/>
                <a:cs typeface="Arial" panose="020B0604020202020204" pitchFamily="34" charset="0"/>
              </a:rPr>
              <a:t>|    </a:t>
            </a:r>
            <a:fld id="{BFD71CF8-5198-8441-A7C0-DC22FD64CBE4}" type="slidenum">
              <a:rPr lang="en-US" sz="750" smtClean="0">
                <a:latin typeface="Arial" panose="020B0604020202020204" pitchFamily="34" charset="0"/>
                <a:cs typeface="Arial" panose="020B0604020202020204" pitchFamily="34" charset="0"/>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latin typeface="Arial" panose="020B0604020202020204" pitchFamily="34" charset="0"/>
              <a:cs typeface="Arial" panose="020B0604020202020204" pitchFamily="34" charset="0"/>
            </a:endParaRPr>
          </a:p>
        </p:txBody>
      </p:sp>
      <p:sp>
        <p:nvSpPr>
          <p:cNvPr id="8" name="Text Placeholder 8">
            <a:extLst>
              <a:ext uri="{FF2B5EF4-FFF2-40B4-BE49-F238E27FC236}">
                <a16:creationId xmlns:a16="http://schemas.microsoft.com/office/drawing/2014/main" id="{2C152276-827A-02BC-0DC5-4CC3B06DE3D6}"/>
              </a:ext>
            </a:extLst>
          </p:cNvPr>
          <p:cNvSpPr>
            <a:spLocks noGrp="1"/>
          </p:cNvSpPr>
          <p:nvPr>
            <p:ph type="body" sz="quarter" idx="10"/>
          </p:nvPr>
        </p:nvSpPr>
        <p:spPr>
          <a:xfrm>
            <a:off x="462776" y="1084202"/>
            <a:ext cx="8229599" cy="3657767"/>
          </a:xfrm>
        </p:spPr>
        <p:txBody>
          <a:bodyPr>
            <a:normAutofit/>
          </a:bodyPr>
          <a:lstStyle>
            <a:lvl1pPr>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912A2C5F-CDE0-6BB8-6E35-F669154D5033}"/>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7F702C34-550B-FC0D-BE6A-D64619DED4B8}"/>
              </a:ext>
            </a:extLst>
          </p:cNvPr>
          <p:cNvSpPr>
            <a:spLocks noGrp="1"/>
          </p:cNvSpPr>
          <p:nvPr>
            <p:ph type="title" hasCustomPrompt="1"/>
          </p:nvPr>
        </p:nvSpPr>
        <p:spPr>
          <a:xfrm>
            <a:off x="0" y="0"/>
            <a:ext cx="8676772" cy="905256"/>
          </a:xfrm>
          <a:prstGeom prst="round2DiagRect">
            <a:avLst/>
          </a:prstGeom>
          <a:solidFill>
            <a:schemeClr val="tx2"/>
          </a:solidFill>
        </p:spPr>
        <p:txBody>
          <a:bodyPr anchor="ctr" anchorCtr="0"/>
          <a:lstStyle>
            <a:lvl1pPr algn="ctr">
              <a:defRPr sz="2500"/>
            </a:lvl1pPr>
          </a:lstStyle>
          <a:p>
            <a:r>
              <a:rPr lang="en-US" dirty="0"/>
              <a:t>Simple Slide</a:t>
            </a:r>
          </a:p>
        </p:txBody>
      </p:sp>
    </p:spTree>
    <p:extLst>
      <p:ext uri="{BB962C8B-B14F-4D97-AF65-F5344CB8AC3E}">
        <p14:creationId xmlns:p14="http://schemas.microsoft.com/office/powerpoint/2010/main" val="2811229962"/>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imple Slide - No text box">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1EBAF4BA-2B40-86B2-5ADE-9DA106E78E0F}"/>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latin typeface="Arial" panose="020B0604020202020204" pitchFamily="34" charset="0"/>
                <a:cs typeface="Arial" panose="020B0604020202020204" pitchFamily="34" charset="0"/>
              </a:rPr>
              <a:t>National Laboratory of the Rockies</a:t>
            </a:r>
            <a:r>
              <a:rPr lang="en-US" sz="750" baseline="0">
                <a:latin typeface="Arial" panose="020B0604020202020204" pitchFamily="34" charset="0"/>
                <a:cs typeface="Arial" panose="020B0604020202020204" pitchFamily="34" charset="0"/>
              </a:rPr>
              <a:t>    </a:t>
            </a:r>
            <a:r>
              <a:rPr lang="en-US" sz="750">
                <a:latin typeface="Arial" panose="020B0604020202020204" pitchFamily="34" charset="0"/>
                <a:cs typeface="Arial" panose="020B0604020202020204" pitchFamily="34" charset="0"/>
              </a:rPr>
              <a:t>|    </a:t>
            </a:r>
            <a:fld id="{BFD71CF8-5198-8441-A7C0-DC22FD64CBE4}" type="slidenum">
              <a:rPr lang="en-US" sz="750" smtClean="0">
                <a:latin typeface="Arial" panose="020B0604020202020204" pitchFamily="34" charset="0"/>
                <a:cs typeface="Arial" panose="020B0604020202020204" pitchFamily="34" charset="0"/>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E20EDF3F-AEE8-23DF-D9AB-E5ECAF60F1DC}"/>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395F108D-D957-340C-CD8D-EE49448FE49C}"/>
              </a:ext>
            </a:extLst>
          </p:cNvPr>
          <p:cNvSpPr>
            <a:spLocks noGrp="1"/>
          </p:cNvSpPr>
          <p:nvPr>
            <p:ph type="title" hasCustomPrompt="1"/>
          </p:nvPr>
        </p:nvSpPr>
        <p:spPr>
          <a:xfrm>
            <a:off x="0" y="0"/>
            <a:ext cx="4443984" cy="905256"/>
          </a:xfrm>
          <a:prstGeom prst="round2DiagRect">
            <a:avLst/>
          </a:prstGeom>
          <a:solidFill>
            <a:schemeClr val="tx2"/>
          </a:solidFill>
        </p:spPr>
        <p:txBody>
          <a:bodyPr anchor="ctr" anchorCtr="0"/>
          <a:lstStyle>
            <a:lvl1pPr algn="ctr">
              <a:defRPr sz="2500"/>
            </a:lvl1pPr>
          </a:lstStyle>
          <a:p>
            <a:r>
              <a:rPr lang="en-US" dirty="0"/>
              <a:t>Simple Slide</a:t>
            </a:r>
          </a:p>
        </p:txBody>
      </p:sp>
    </p:spTree>
    <p:extLst>
      <p:ext uri="{BB962C8B-B14F-4D97-AF65-F5344CB8AC3E}">
        <p14:creationId xmlns:p14="http://schemas.microsoft.com/office/powerpoint/2010/main" val="162695093"/>
      </p:ext>
    </p:extLst>
  </p:cSld>
  <p:clrMapOvr>
    <a:masterClrMapping/>
  </p:clrMapOvr>
  <p:extLst>
    <p:ext uri="{DCECCB84-F9BA-43D5-87BE-67443E8EF086}">
      <p15:sldGuideLst xmlns:p15="http://schemas.microsoft.com/office/powerpoint/2012/main">
        <p15:guide id="1" pos="28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mple Slide 2 - No text box">
    <p:spTree>
      <p:nvGrpSpPr>
        <p:cNvPr id="1" name=""/>
        <p:cNvGrpSpPr/>
        <p:nvPr/>
      </p:nvGrpSpPr>
      <p:grpSpPr>
        <a:xfrm>
          <a:off x="0" y="0"/>
          <a:ext cx="0" cy="0"/>
          <a:chOff x="0" y="0"/>
          <a:chExt cx="0" cy="0"/>
        </a:xfrm>
      </p:grpSpPr>
      <p:sp>
        <p:nvSpPr>
          <p:cNvPr id="2" name="TextBox 6">
            <a:extLst>
              <a:ext uri="{FF2B5EF4-FFF2-40B4-BE49-F238E27FC236}">
                <a16:creationId xmlns:a16="http://schemas.microsoft.com/office/drawing/2014/main" id="{088C1BDB-E839-FA07-66EB-45D378D63710}"/>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latin typeface="Arial" panose="020B0604020202020204" pitchFamily="34" charset="0"/>
                <a:cs typeface="Arial" panose="020B0604020202020204" pitchFamily="34" charset="0"/>
              </a:rPr>
              <a:t>National Laboratory of the Rockies</a:t>
            </a:r>
            <a:r>
              <a:rPr lang="en-US" sz="750" baseline="0">
                <a:latin typeface="Arial" panose="020B0604020202020204" pitchFamily="34" charset="0"/>
                <a:cs typeface="Arial" panose="020B0604020202020204" pitchFamily="34" charset="0"/>
              </a:rPr>
              <a:t>    </a:t>
            </a:r>
            <a:r>
              <a:rPr lang="en-US" sz="750">
                <a:latin typeface="Arial" panose="020B0604020202020204" pitchFamily="34" charset="0"/>
                <a:cs typeface="Arial" panose="020B0604020202020204" pitchFamily="34" charset="0"/>
              </a:rPr>
              <a:t>|    </a:t>
            </a:r>
            <a:fld id="{BFD71CF8-5198-8441-A7C0-DC22FD64CBE4}" type="slidenum">
              <a:rPr lang="en-US" sz="750" smtClean="0">
                <a:latin typeface="Arial" panose="020B0604020202020204" pitchFamily="34" charset="0"/>
                <a:cs typeface="Arial" panose="020B0604020202020204" pitchFamily="34" charset="0"/>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52819223-D2CF-449A-554E-9338F3140A6F}"/>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24B1B414-DD67-0152-95D7-310B816F11D1}"/>
              </a:ext>
            </a:extLst>
          </p:cNvPr>
          <p:cNvSpPr>
            <a:spLocks noGrp="1"/>
          </p:cNvSpPr>
          <p:nvPr>
            <p:ph type="title" hasCustomPrompt="1"/>
          </p:nvPr>
        </p:nvSpPr>
        <p:spPr>
          <a:xfrm>
            <a:off x="0" y="0"/>
            <a:ext cx="6524170" cy="905256"/>
          </a:xfrm>
          <a:prstGeom prst="round2DiagRect">
            <a:avLst/>
          </a:prstGeom>
          <a:solidFill>
            <a:schemeClr val="tx2"/>
          </a:solidFill>
        </p:spPr>
        <p:txBody>
          <a:bodyPr anchor="ctr" anchorCtr="0"/>
          <a:lstStyle>
            <a:lvl1pPr algn="ctr">
              <a:defRPr sz="2500"/>
            </a:lvl1pPr>
          </a:lstStyle>
          <a:p>
            <a:r>
              <a:rPr lang="en-US" dirty="0"/>
              <a:t>Simple Slide</a:t>
            </a:r>
          </a:p>
        </p:txBody>
      </p:sp>
    </p:spTree>
    <p:extLst>
      <p:ext uri="{BB962C8B-B14F-4D97-AF65-F5344CB8AC3E}">
        <p14:creationId xmlns:p14="http://schemas.microsoft.com/office/powerpoint/2010/main" val="2367864547"/>
      </p:ext>
    </p:extLst>
  </p:cSld>
  <p:clrMapOvr>
    <a:masterClrMapping/>
  </p:clrMapOvr>
  <p:extLst>
    <p:ext uri="{DCECCB84-F9BA-43D5-87BE-67443E8EF086}">
      <p15:sldGuideLst xmlns:p15="http://schemas.microsoft.com/office/powerpoint/2012/main">
        <p15:guide id="1" orient="horz" pos="226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mple Slide 3 - No text box">
    <p:spTree>
      <p:nvGrpSpPr>
        <p:cNvPr id="1" name=""/>
        <p:cNvGrpSpPr/>
        <p:nvPr/>
      </p:nvGrpSpPr>
      <p:grpSpPr>
        <a:xfrm>
          <a:off x="0" y="0"/>
          <a:ext cx="0" cy="0"/>
          <a:chOff x="0" y="0"/>
          <a:chExt cx="0" cy="0"/>
        </a:xfrm>
      </p:grpSpPr>
      <p:sp>
        <p:nvSpPr>
          <p:cNvPr id="2" name="TextBox 5">
            <a:extLst>
              <a:ext uri="{FF2B5EF4-FFF2-40B4-BE49-F238E27FC236}">
                <a16:creationId xmlns:a16="http://schemas.microsoft.com/office/drawing/2014/main" id="{4CEC5CC2-C1FF-21BD-310A-D826E85383FC}"/>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latin typeface="Arial" panose="020B0604020202020204" pitchFamily="34" charset="0"/>
                <a:cs typeface="Arial" panose="020B0604020202020204" pitchFamily="34" charset="0"/>
              </a:rPr>
              <a:t>National Laboratory of the Rockies</a:t>
            </a:r>
            <a:r>
              <a:rPr lang="en-US" sz="750" baseline="0">
                <a:latin typeface="Arial" panose="020B0604020202020204" pitchFamily="34" charset="0"/>
                <a:cs typeface="Arial" panose="020B0604020202020204" pitchFamily="34" charset="0"/>
              </a:rPr>
              <a:t>    </a:t>
            </a:r>
            <a:r>
              <a:rPr lang="en-US" sz="750">
                <a:latin typeface="Arial" panose="020B0604020202020204" pitchFamily="34" charset="0"/>
                <a:cs typeface="Arial" panose="020B0604020202020204" pitchFamily="34" charset="0"/>
              </a:rPr>
              <a:t>|    </a:t>
            </a:r>
            <a:fld id="{BFD71CF8-5198-8441-A7C0-DC22FD64CBE4}" type="slidenum">
              <a:rPr lang="en-US" sz="750" smtClean="0">
                <a:latin typeface="Arial" panose="020B0604020202020204" pitchFamily="34" charset="0"/>
                <a:cs typeface="Arial" panose="020B0604020202020204" pitchFamily="34" charset="0"/>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BC443FF4-29A1-7FCF-2469-127278E01EDD}"/>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5C6AD35-88FC-B503-10AF-AC3C42219B66}"/>
              </a:ext>
            </a:extLst>
          </p:cNvPr>
          <p:cNvSpPr>
            <a:spLocks noGrp="1"/>
          </p:cNvSpPr>
          <p:nvPr>
            <p:ph type="title" hasCustomPrompt="1"/>
          </p:nvPr>
        </p:nvSpPr>
        <p:spPr>
          <a:xfrm>
            <a:off x="0" y="0"/>
            <a:ext cx="8676772" cy="905256"/>
          </a:xfrm>
          <a:prstGeom prst="round2DiagRect">
            <a:avLst/>
          </a:prstGeom>
          <a:solidFill>
            <a:schemeClr val="tx2"/>
          </a:solidFill>
        </p:spPr>
        <p:txBody>
          <a:bodyPr anchor="ctr" anchorCtr="0"/>
          <a:lstStyle>
            <a:lvl1pPr algn="ctr">
              <a:defRPr sz="2500"/>
            </a:lvl1pPr>
          </a:lstStyle>
          <a:p>
            <a:r>
              <a:rPr lang="en-US" dirty="0"/>
              <a:t>Simple Slide</a:t>
            </a:r>
          </a:p>
        </p:txBody>
      </p:sp>
    </p:spTree>
    <p:extLst>
      <p:ext uri="{BB962C8B-B14F-4D97-AF65-F5344CB8AC3E}">
        <p14:creationId xmlns:p14="http://schemas.microsoft.com/office/powerpoint/2010/main" val="377114999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 Simple Slide - text and photo">
    <p:spTree>
      <p:nvGrpSpPr>
        <p:cNvPr id="1" name=""/>
        <p:cNvGrpSpPr/>
        <p:nvPr/>
      </p:nvGrpSpPr>
      <p:grpSpPr>
        <a:xfrm>
          <a:off x="0" y="0"/>
          <a:ext cx="0" cy="0"/>
          <a:chOff x="0" y="0"/>
          <a:chExt cx="0" cy="0"/>
        </a:xfrm>
      </p:grpSpPr>
      <p:sp>
        <p:nvSpPr>
          <p:cNvPr id="5" name="Text Placeholder 16">
            <a:extLst>
              <a:ext uri="{FF2B5EF4-FFF2-40B4-BE49-F238E27FC236}">
                <a16:creationId xmlns:a16="http://schemas.microsoft.com/office/drawing/2014/main" id="{87572870-5A6A-D096-798A-DCE28A4F21D8}"/>
              </a:ext>
            </a:extLst>
          </p:cNvPr>
          <p:cNvSpPr>
            <a:spLocks noGrp="1"/>
          </p:cNvSpPr>
          <p:nvPr>
            <p:ph type="body" sz="quarter" idx="26"/>
          </p:nvPr>
        </p:nvSpPr>
        <p:spPr>
          <a:xfrm>
            <a:off x="457200" y="1074738"/>
            <a:ext cx="5149780" cy="3673475"/>
          </a:xfrm>
        </p:spPr>
        <p:txBody>
          <a:bodyPr/>
          <a:lstStyle>
            <a:lvl1pPr>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Box 7">
            <a:extLst>
              <a:ext uri="{FF2B5EF4-FFF2-40B4-BE49-F238E27FC236}">
                <a16:creationId xmlns:a16="http://schemas.microsoft.com/office/drawing/2014/main" id="{3DF340F5-B924-BD4B-06F9-27A24891BF9A}"/>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latin typeface="Arial" panose="020B0604020202020204" pitchFamily="34" charset="0"/>
                <a:cs typeface="Arial" panose="020B0604020202020204" pitchFamily="34" charset="0"/>
              </a:rPr>
              <a:t>National Laboratory of the Rockies</a:t>
            </a:r>
            <a:r>
              <a:rPr lang="en-US" sz="750" baseline="0">
                <a:latin typeface="Arial" panose="020B0604020202020204" pitchFamily="34" charset="0"/>
                <a:cs typeface="Arial" panose="020B0604020202020204" pitchFamily="34" charset="0"/>
              </a:rPr>
              <a:t>    </a:t>
            </a:r>
            <a:r>
              <a:rPr lang="en-US" sz="750">
                <a:latin typeface="Arial" panose="020B0604020202020204" pitchFamily="34" charset="0"/>
                <a:cs typeface="Arial" panose="020B0604020202020204" pitchFamily="34" charset="0"/>
              </a:rPr>
              <a:t>|    </a:t>
            </a:r>
            <a:fld id="{BFD71CF8-5198-8441-A7C0-DC22FD64CBE4}" type="slidenum">
              <a:rPr lang="en-US" sz="750" smtClean="0">
                <a:latin typeface="Arial" panose="020B0604020202020204" pitchFamily="34" charset="0"/>
                <a:cs typeface="Arial" panose="020B0604020202020204" pitchFamily="34" charset="0"/>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latin typeface="Arial" panose="020B0604020202020204" pitchFamily="34" charset="0"/>
              <a:cs typeface="Arial" panose="020B0604020202020204" pitchFamily="34" charset="0"/>
            </a:endParaRPr>
          </a:p>
        </p:txBody>
      </p:sp>
      <p:sp>
        <p:nvSpPr>
          <p:cNvPr id="4" name="Picture Placeholder 4">
            <a:extLst>
              <a:ext uri="{FF2B5EF4-FFF2-40B4-BE49-F238E27FC236}">
                <a16:creationId xmlns:a16="http://schemas.microsoft.com/office/drawing/2014/main" id="{5E2B7A63-17EC-7451-96C1-F55842777872}"/>
              </a:ext>
            </a:extLst>
          </p:cNvPr>
          <p:cNvSpPr>
            <a:spLocks noGrp="1"/>
          </p:cNvSpPr>
          <p:nvPr>
            <p:ph type="pic" sz="quarter" idx="11" hasCustomPrompt="1"/>
          </p:nvPr>
        </p:nvSpPr>
        <p:spPr>
          <a:xfrm>
            <a:off x="5952392" y="1147842"/>
            <a:ext cx="2734407" cy="3180455"/>
          </a:xfrm>
          <a:solidFill>
            <a:schemeClr val="bg2"/>
          </a:solidFill>
        </p:spPr>
        <p:txBody>
          <a:bodyPr>
            <a:normAutofit/>
          </a:bodyPr>
          <a:lstStyle>
            <a:lvl1pPr marL="0" indent="0" algn="ctr">
              <a:buNone/>
              <a:defRPr sz="1400"/>
            </a:lvl1pPr>
          </a:lstStyle>
          <a:p>
            <a:r>
              <a:rPr lang="en-US"/>
              <a:t>Insert image here</a:t>
            </a:r>
          </a:p>
        </p:txBody>
      </p:sp>
      <p:sp>
        <p:nvSpPr>
          <p:cNvPr id="12" name="Text Placeholder 18">
            <a:extLst>
              <a:ext uri="{FF2B5EF4-FFF2-40B4-BE49-F238E27FC236}">
                <a16:creationId xmlns:a16="http://schemas.microsoft.com/office/drawing/2014/main" id="{7F3620F7-CA2F-81A4-5E9F-BB95218A8E68}"/>
              </a:ext>
            </a:extLst>
          </p:cNvPr>
          <p:cNvSpPr>
            <a:spLocks noGrp="1"/>
          </p:cNvSpPr>
          <p:nvPr>
            <p:ph type="body" sz="quarter" idx="29" hasCustomPrompt="1"/>
          </p:nvPr>
        </p:nvSpPr>
        <p:spPr>
          <a:xfrm>
            <a:off x="5953125" y="4540250"/>
            <a:ext cx="2533650" cy="207963"/>
          </a:xfrm>
        </p:spPr>
        <p:txBody>
          <a:bodyPr vert="horz" lIns="0" tIns="0" rIns="0" bIns="0" rtlCol="0">
            <a:normAutofit/>
          </a:bodyPr>
          <a:lstStyle>
            <a:lvl1pPr>
              <a:buNone/>
              <a:defRPr lang="en-US" sz="600" i="1" smtClean="0">
                <a:solidFill>
                  <a:srgbClr val="CBCBCB"/>
                </a:solidFill>
              </a:defRPr>
            </a:lvl1pPr>
            <a:lvl2pPr>
              <a:defRPr lang="en-US" sz="600" i="1" smtClean="0">
                <a:solidFill>
                  <a:srgbClr val="CBCBCB"/>
                </a:solidFill>
              </a:defRPr>
            </a:lvl2pPr>
            <a:lvl3pPr>
              <a:defRPr lang="en-US" sz="600" i="1" smtClean="0">
                <a:solidFill>
                  <a:srgbClr val="CBCBCB"/>
                </a:solidFill>
              </a:defRPr>
            </a:lvl3pPr>
            <a:lvl4pPr>
              <a:defRPr lang="en-US" sz="600" i="1" smtClean="0">
                <a:solidFill>
                  <a:srgbClr val="CBCBCB"/>
                </a:solidFill>
              </a:defRPr>
            </a:lvl4pPr>
            <a:lvl5pPr>
              <a:defRPr lang="en-US" sz="600" i="1">
                <a:solidFill>
                  <a:srgbClr val="CBCBCB"/>
                </a:solidFill>
              </a:defRPr>
            </a:lvl5pPr>
          </a:lstStyle>
          <a:p>
            <a:pPr marL="219456" lvl="0" indent="-219456"/>
            <a:r>
              <a:rPr lang="en-US" dirty="0"/>
              <a:t>Photo/image credit</a:t>
            </a:r>
          </a:p>
        </p:txBody>
      </p:sp>
      <p:sp>
        <p:nvSpPr>
          <p:cNvPr id="3" name="Rectangle 2">
            <a:extLst>
              <a:ext uri="{FF2B5EF4-FFF2-40B4-BE49-F238E27FC236}">
                <a16:creationId xmlns:a16="http://schemas.microsoft.com/office/drawing/2014/main" id="{90BB2C70-F8D1-FA45-649F-7232BEB9CA15}"/>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4F9129A2-F737-6639-2645-8FF7B1D95F01}"/>
              </a:ext>
            </a:extLst>
          </p:cNvPr>
          <p:cNvSpPr>
            <a:spLocks noGrp="1"/>
          </p:cNvSpPr>
          <p:nvPr>
            <p:ph type="title" hasCustomPrompt="1"/>
          </p:nvPr>
        </p:nvSpPr>
        <p:spPr>
          <a:xfrm>
            <a:off x="0" y="0"/>
            <a:ext cx="5900057" cy="905256"/>
          </a:xfrm>
          <a:prstGeom prst="round2DiagRect">
            <a:avLst/>
          </a:prstGeom>
          <a:solidFill>
            <a:schemeClr val="tx2"/>
          </a:solidFill>
        </p:spPr>
        <p:txBody>
          <a:bodyPr anchor="ctr" anchorCtr="0"/>
          <a:lstStyle>
            <a:lvl1pPr algn="ctr">
              <a:defRPr sz="2500"/>
            </a:lvl1pPr>
          </a:lstStyle>
          <a:p>
            <a:r>
              <a:rPr lang="en-US" dirty="0"/>
              <a:t>Simple Slide + Image</a:t>
            </a:r>
          </a:p>
        </p:txBody>
      </p:sp>
    </p:spTree>
    <p:extLst>
      <p:ext uri="{BB962C8B-B14F-4D97-AF65-F5344CB8AC3E}">
        <p14:creationId xmlns:p14="http://schemas.microsoft.com/office/powerpoint/2010/main" val="3859114594"/>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mple Slide – 3 text boxes">
    <p:spTree>
      <p:nvGrpSpPr>
        <p:cNvPr id="1" name=""/>
        <p:cNvGrpSpPr/>
        <p:nvPr/>
      </p:nvGrpSpPr>
      <p:grpSpPr>
        <a:xfrm>
          <a:off x="0" y="0"/>
          <a:ext cx="0" cy="0"/>
          <a:chOff x="0" y="0"/>
          <a:chExt cx="0" cy="0"/>
        </a:xfrm>
      </p:grpSpPr>
      <p:sp>
        <p:nvSpPr>
          <p:cNvPr id="2" name="TextBox 6">
            <a:extLst>
              <a:ext uri="{FF2B5EF4-FFF2-40B4-BE49-F238E27FC236}">
                <a16:creationId xmlns:a16="http://schemas.microsoft.com/office/drawing/2014/main" id="{AA8100CA-4516-4623-AF1E-58E3E9F1A04F}"/>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latin typeface="Arial" panose="020B0604020202020204" pitchFamily="34" charset="0"/>
                <a:cs typeface="Arial" panose="020B0604020202020204" pitchFamily="34" charset="0"/>
              </a:rPr>
              <a:t>National Laboratory of the Rockies</a:t>
            </a:r>
            <a:r>
              <a:rPr lang="en-US" sz="750" baseline="0">
                <a:latin typeface="Arial" panose="020B0604020202020204" pitchFamily="34" charset="0"/>
                <a:cs typeface="Arial" panose="020B0604020202020204" pitchFamily="34" charset="0"/>
              </a:rPr>
              <a:t>    </a:t>
            </a:r>
            <a:r>
              <a:rPr lang="en-US" sz="750">
                <a:latin typeface="Arial" panose="020B0604020202020204" pitchFamily="34" charset="0"/>
                <a:cs typeface="Arial" panose="020B0604020202020204" pitchFamily="34" charset="0"/>
              </a:rPr>
              <a:t>|    </a:t>
            </a:r>
            <a:fld id="{BFD71CF8-5198-8441-A7C0-DC22FD64CBE4}" type="slidenum">
              <a:rPr lang="en-US" sz="750" smtClean="0">
                <a:latin typeface="Arial" panose="020B0604020202020204" pitchFamily="34" charset="0"/>
                <a:cs typeface="Arial" panose="020B0604020202020204" pitchFamily="34" charset="0"/>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latin typeface="Arial" panose="020B0604020202020204" pitchFamily="34" charset="0"/>
              <a:cs typeface="Arial" panose="020B0604020202020204" pitchFamily="34" charset="0"/>
            </a:endParaRPr>
          </a:p>
        </p:txBody>
      </p:sp>
      <p:sp>
        <p:nvSpPr>
          <p:cNvPr id="3" name="Text Placeholder 29">
            <a:extLst>
              <a:ext uri="{FF2B5EF4-FFF2-40B4-BE49-F238E27FC236}">
                <a16:creationId xmlns:a16="http://schemas.microsoft.com/office/drawing/2014/main" id="{D75A950D-7FD4-6191-2A15-8300C9BE891C}"/>
              </a:ext>
            </a:extLst>
          </p:cNvPr>
          <p:cNvSpPr>
            <a:spLocks noGrp="1"/>
          </p:cNvSpPr>
          <p:nvPr>
            <p:ph type="body" sz="quarter" idx="10"/>
          </p:nvPr>
        </p:nvSpPr>
        <p:spPr>
          <a:xfrm>
            <a:off x="448129" y="1047749"/>
            <a:ext cx="6405563" cy="755929"/>
          </a:xfrm>
        </p:spPr>
        <p:txBody>
          <a:bodyPr/>
          <a:lstStyle>
            <a:lvl1pPr>
              <a:buFont typeface="Arial" panose="020B0604020202020204" pitchFamily="34" charset="0"/>
              <a:buNone/>
              <a:defRPr/>
            </a:lvl1pPr>
          </a:lstStyle>
          <a:p>
            <a:pPr lvl="0"/>
            <a:r>
              <a:rPr lang="en-US"/>
              <a:t>Click to edit Master text styles</a:t>
            </a:r>
          </a:p>
        </p:txBody>
      </p:sp>
      <p:sp>
        <p:nvSpPr>
          <p:cNvPr id="4" name="Text Placeholder 45">
            <a:extLst>
              <a:ext uri="{FF2B5EF4-FFF2-40B4-BE49-F238E27FC236}">
                <a16:creationId xmlns:a16="http://schemas.microsoft.com/office/drawing/2014/main" id="{94945111-E324-0A0B-4A4F-90E085F45825}"/>
              </a:ext>
            </a:extLst>
          </p:cNvPr>
          <p:cNvSpPr>
            <a:spLocks noGrp="1"/>
          </p:cNvSpPr>
          <p:nvPr>
            <p:ph type="body" sz="quarter" idx="17"/>
          </p:nvPr>
        </p:nvSpPr>
        <p:spPr>
          <a:xfrm>
            <a:off x="437017" y="2030412"/>
            <a:ext cx="2452687" cy="2596853"/>
          </a:xfrm>
          <a:solidFill>
            <a:schemeClr val="bg2"/>
          </a:solidFill>
        </p:spPr>
        <p:txBody>
          <a:bodyPr lIns="91440" tIns="91440" rIns="91440" bIns="91440"/>
          <a:lstStyle>
            <a:lvl1pPr>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5">
            <a:extLst>
              <a:ext uri="{FF2B5EF4-FFF2-40B4-BE49-F238E27FC236}">
                <a16:creationId xmlns:a16="http://schemas.microsoft.com/office/drawing/2014/main" id="{A2C6E35C-CBC9-87A5-C98A-CFA0D08BBBC6}"/>
              </a:ext>
            </a:extLst>
          </p:cNvPr>
          <p:cNvSpPr>
            <a:spLocks noGrp="1"/>
          </p:cNvSpPr>
          <p:nvPr>
            <p:ph type="body" sz="quarter" idx="18"/>
          </p:nvPr>
        </p:nvSpPr>
        <p:spPr>
          <a:xfrm>
            <a:off x="3071892" y="2030412"/>
            <a:ext cx="2452687" cy="2596853"/>
          </a:xfrm>
          <a:solidFill>
            <a:schemeClr val="bg2"/>
          </a:solidFill>
        </p:spPr>
        <p:txBody>
          <a:bodyPr lIns="91440" tIns="91440" rIns="91440" bIns="91440"/>
          <a:lstStyle>
            <a:lvl1pPr>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45">
            <a:extLst>
              <a:ext uri="{FF2B5EF4-FFF2-40B4-BE49-F238E27FC236}">
                <a16:creationId xmlns:a16="http://schemas.microsoft.com/office/drawing/2014/main" id="{130942A5-3505-1222-55B2-500533F6F476}"/>
              </a:ext>
            </a:extLst>
          </p:cNvPr>
          <p:cNvSpPr>
            <a:spLocks noGrp="1"/>
          </p:cNvSpPr>
          <p:nvPr>
            <p:ph type="body" sz="quarter" idx="19"/>
          </p:nvPr>
        </p:nvSpPr>
        <p:spPr>
          <a:xfrm>
            <a:off x="5706767" y="2030412"/>
            <a:ext cx="2452687" cy="2596853"/>
          </a:xfrm>
          <a:solidFill>
            <a:schemeClr val="bg2"/>
          </a:solidFill>
        </p:spPr>
        <p:txBody>
          <a:bodyPr lIns="91440" tIns="91440" rIns="91440" bIns="91440"/>
          <a:lstStyle>
            <a:lvl1pPr>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B727A96F-4C15-0F91-208B-5236FE7313AE}"/>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itle 3">
            <a:extLst>
              <a:ext uri="{FF2B5EF4-FFF2-40B4-BE49-F238E27FC236}">
                <a16:creationId xmlns:a16="http://schemas.microsoft.com/office/drawing/2014/main" id="{7633EE29-3B6D-95AE-E03F-8068D635E233}"/>
              </a:ext>
            </a:extLst>
          </p:cNvPr>
          <p:cNvSpPr>
            <a:spLocks noGrp="1"/>
          </p:cNvSpPr>
          <p:nvPr>
            <p:ph type="title" hasCustomPrompt="1"/>
          </p:nvPr>
        </p:nvSpPr>
        <p:spPr>
          <a:xfrm>
            <a:off x="0" y="0"/>
            <a:ext cx="8676772" cy="905256"/>
          </a:xfrm>
          <a:prstGeom prst="round2DiagRect">
            <a:avLst/>
          </a:prstGeom>
          <a:solidFill>
            <a:schemeClr val="tx2"/>
          </a:solidFill>
        </p:spPr>
        <p:txBody>
          <a:bodyPr anchor="ctr" anchorCtr="0"/>
          <a:lstStyle>
            <a:lvl1pPr algn="ctr">
              <a:defRPr sz="2500"/>
            </a:lvl1pPr>
          </a:lstStyle>
          <a:p>
            <a:r>
              <a:rPr lang="en-US" dirty="0"/>
              <a:t>Simple Slide</a:t>
            </a:r>
          </a:p>
        </p:txBody>
      </p:sp>
    </p:spTree>
    <p:extLst>
      <p:ext uri="{BB962C8B-B14F-4D97-AF65-F5344CB8AC3E}">
        <p14:creationId xmlns:p14="http://schemas.microsoft.com/office/powerpoint/2010/main" val="2409819729"/>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imple Slide - 4 images">
    <p:spTree>
      <p:nvGrpSpPr>
        <p:cNvPr id="1" name=""/>
        <p:cNvGrpSpPr/>
        <p:nvPr/>
      </p:nvGrpSpPr>
      <p:grpSpPr>
        <a:xfrm>
          <a:off x="0" y="0"/>
          <a:ext cx="0" cy="0"/>
          <a:chOff x="0" y="0"/>
          <a:chExt cx="0" cy="0"/>
        </a:xfrm>
      </p:grpSpPr>
      <p:sp>
        <p:nvSpPr>
          <p:cNvPr id="4" name="TextBox 13">
            <a:extLst>
              <a:ext uri="{FF2B5EF4-FFF2-40B4-BE49-F238E27FC236}">
                <a16:creationId xmlns:a16="http://schemas.microsoft.com/office/drawing/2014/main" id="{474FD46F-2428-2F85-0A98-19BC8E00CE61}"/>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latin typeface="Arial" panose="020B0604020202020204" pitchFamily="34" charset="0"/>
                <a:cs typeface="Arial" panose="020B0604020202020204" pitchFamily="34" charset="0"/>
              </a:rPr>
              <a:t>National Laboratory of the Rockies</a:t>
            </a:r>
            <a:r>
              <a:rPr lang="en-US" sz="750" baseline="0">
                <a:latin typeface="Arial" panose="020B0604020202020204" pitchFamily="34" charset="0"/>
                <a:cs typeface="Arial" panose="020B0604020202020204" pitchFamily="34" charset="0"/>
              </a:rPr>
              <a:t>    </a:t>
            </a:r>
            <a:r>
              <a:rPr lang="en-US" sz="750">
                <a:latin typeface="Arial" panose="020B0604020202020204" pitchFamily="34" charset="0"/>
                <a:cs typeface="Arial" panose="020B0604020202020204" pitchFamily="34" charset="0"/>
              </a:rPr>
              <a:t>|    </a:t>
            </a:r>
            <a:fld id="{BFD71CF8-5198-8441-A7C0-DC22FD64CBE4}" type="slidenum">
              <a:rPr lang="en-US" sz="750" smtClean="0">
                <a:latin typeface="Arial" panose="020B0604020202020204" pitchFamily="34" charset="0"/>
                <a:cs typeface="Arial" panose="020B0604020202020204" pitchFamily="34" charset="0"/>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latin typeface="Arial" panose="020B0604020202020204" pitchFamily="34" charset="0"/>
              <a:cs typeface="Arial" panose="020B0604020202020204" pitchFamily="34" charset="0"/>
            </a:endParaRPr>
          </a:p>
        </p:txBody>
      </p:sp>
      <p:sp>
        <p:nvSpPr>
          <p:cNvPr id="5" name="Picture Placeholder 4">
            <a:extLst>
              <a:ext uri="{FF2B5EF4-FFF2-40B4-BE49-F238E27FC236}">
                <a16:creationId xmlns:a16="http://schemas.microsoft.com/office/drawing/2014/main" id="{9606A2CF-2063-A93D-1E9C-82E53E61217E}"/>
              </a:ext>
            </a:extLst>
          </p:cNvPr>
          <p:cNvSpPr>
            <a:spLocks noGrp="1"/>
          </p:cNvSpPr>
          <p:nvPr>
            <p:ph type="pic" sz="quarter" idx="11" hasCustomPrompt="1"/>
          </p:nvPr>
        </p:nvSpPr>
        <p:spPr>
          <a:xfrm>
            <a:off x="457200" y="3114006"/>
            <a:ext cx="2651760" cy="1485101"/>
          </a:xfrm>
          <a:solidFill>
            <a:schemeClr val="bg2"/>
          </a:solidFill>
        </p:spPr>
        <p:txBody>
          <a:bodyPr>
            <a:normAutofit/>
          </a:bodyPr>
          <a:lstStyle>
            <a:lvl1pPr marL="0" indent="0" algn="ctr">
              <a:buNone/>
              <a:defRPr sz="1400"/>
            </a:lvl1pPr>
          </a:lstStyle>
          <a:p>
            <a:r>
              <a:rPr lang="en-US"/>
              <a:t>Insert image here</a:t>
            </a:r>
          </a:p>
        </p:txBody>
      </p:sp>
      <p:sp>
        <p:nvSpPr>
          <p:cNvPr id="6" name="Picture Placeholder 4">
            <a:extLst>
              <a:ext uri="{FF2B5EF4-FFF2-40B4-BE49-F238E27FC236}">
                <a16:creationId xmlns:a16="http://schemas.microsoft.com/office/drawing/2014/main" id="{3EC11FDD-73DB-0CB7-0D7D-B1E0E52E2E1D}"/>
              </a:ext>
            </a:extLst>
          </p:cNvPr>
          <p:cNvSpPr>
            <a:spLocks noGrp="1"/>
          </p:cNvSpPr>
          <p:nvPr>
            <p:ph type="pic" sz="quarter" idx="12" hasCustomPrompt="1"/>
          </p:nvPr>
        </p:nvSpPr>
        <p:spPr>
          <a:xfrm>
            <a:off x="3246120" y="3114006"/>
            <a:ext cx="2651760" cy="1485101"/>
          </a:xfrm>
          <a:solidFill>
            <a:schemeClr val="bg2"/>
          </a:solidFill>
        </p:spPr>
        <p:txBody>
          <a:bodyPr>
            <a:normAutofit/>
          </a:bodyPr>
          <a:lstStyle>
            <a:lvl1pPr marL="0" indent="0" algn="ctr">
              <a:buNone/>
              <a:defRPr sz="1400"/>
            </a:lvl1pPr>
          </a:lstStyle>
          <a:p>
            <a:r>
              <a:rPr lang="en-US"/>
              <a:t>Insert image here</a:t>
            </a:r>
          </a:p>
        </p:txBody>
      </p:sp>
      <p:sp>
        <p:nvSpPr>
          <p:cNvPr id="7" name="Picture Placeholder 4">
            <a:extLst>
              <a:ext uri="{FF2B5EF4-FFF2-40B4-BE49-F238E27FC236}">
                <a16:creationId xmlns:a16="http://schemas.microsoft.com/office/drawing/2014/main" id="{9DCB6057-50CF-29BC-8890-0625EDA13872}"/>
              </a:ext>
            </a:extLst>
          </p:cNvPr>
          <p:cNvSpPr>
            <a:spLocks noGrp="1"/>
          </p:cNvSpPr>
          <p:nvPr>
            <p:ph type="pic" sz="quarter" idx="13" hasCustomPrompt="1"/>
          </p:nvPr>
        </p:nvSpPr>
        <p:spPr>
          <a:xfrm>
            <a:off x="6035040" y="3114006"/>
            <a:ext cx="2651760" cy="1485101"/>
          </a:xfrm>
          <a:solidFill>
            <a:schemeClr val="bg2"/>
          </a:solidFill>
        </p:spPr>
        <p:txBody>
          <a:bodyPr>
            <a:normAutofit/>
          </a:bodyPr>
          <a:lstStyle>
            <a:lvl1pPr marL="0" indent="0" algn="ctr">
              <a:buNone/>
              <a:defRPr sz="1400"/>
            </a:lvl1pPr>
          </a:lstStyle>
          <a:p>
            <a:r>
              <a:rPr lang="en-US"/>
              <a:t>Insert image here</a:t>
            </a:r>
          </a:p>
        </p:txBody>
      </p:sp>
      <p:sp>
        <p:nvSpPr>
          <p:cNvPr id="8" name="Chart Placeholder 6">
            <a:extLst>
              <a:ext uri="{FF2B5EF4-FFF2-40B4-BE49-F238E27FC236}">
                <a16:creationId xmlns:a16="http://schemas.microsoft.com/office/drawing/2014/main" id="{6481AE08-8BDD-9767-AAE8-2796C127DF8A}"/>
              </a:ext>
            </a:extLst>
          </p:cNvPr>
          <p:cNvSpPr>
            <a:spLocks noGrp="1"/>
          </p:cNvSpPr>
          <p:nvPr>
            <p:ph type="chart" sz="quarter" idx="14" hasCustomPrompt="1"/>
          </p:nvPr>
        </p:nvSpPr>
        <p:spPr>
          <a:xfrm>
            <a:off x="4765432" y="1089327"/>
            <a:ext cx="3921368" cy="1852652"/>
          </a:xfrm>
          <a:prstGeom prst="rect">
            <a:avLst/>
          </a:prstGeom>
          <a:solidFill>
            <a:schemeClr val="bg2"/>
          </a:solidFill>
        </p:spPr>
        <p:txBody>
          <a:bodyPr vert="horz">
            <a:normAutofit/>
          </a:bodyPr>
          <a:lstStyle>
            <a:lvl1pPr marL="0" indent="0" algn="ctr">
              <a:buNone/>
              <a:defRPr sz="1400"/>
            </a:lvl1pPr>
          </a:lstStyle>
          <a:p>
            <a:r>
              <a:rPr lang="en-US"/>
              <a:t>Insert Chart</a:t>
            </a:r>
          </a:p>
        </p:txBody>
      </p:sp>
      <p:sp>
        <p:nvSpPr>
          <p:cNvPr id="9" name="Text Placeholder 18">
            <a:extLst>
              <a:ext uri="{FF2B5EF4-FFF2-40B4-BE49-F238E27FC236}">
                <a16:creationId xmlns:a16="http://schemas.microsoft.com/office/drawing/2014/main" id="{DE7D43B7-7ED7-14CD-E9CD-ED09E2F669DD}"/>
              </a:ext>
            </a:extLst>
          </p:cNvPr>
          <p:cNvSpPr>
            <a:spLocks noGrp="1"/>
          </p:cNvSpPr>
          <p:nvPr>
            <p:ph type="body" sz="quarter" idx="27"/>
          </p:nvPr>
        </p:nvSpPr>
        <p:spPr>
          <a:xfrm>
            <a:off x="457200" y="1029207"/>
            <a:ext cx="4099727" cy="1874192"/>
          </a:xfrm>
        </p:spPr>
        <p:txBody>
          <a:bodyPr/>
          <a:lstStyle>
            <a:lvl1pPr>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22">
            <a:extLst>
              <a:ext uri="{FF2B5EF4-FFF2-40B4-BE49-F238E27FC236}">
                <a16:creationId xmlns:a16="http://schemas.microsoft.com/office/drawing/2014/main" id="{A3B113F0-5058-EDE3-8BA5-62F03832334D}"/>
              </a:ext>
            </a:extLst>
          </p:cNvPr>
          <p:cNvSpPr>
            <a:spLocks noGrp="1"/>
          </p:cNvSpPr>
          <p:nvPr>
            <p:ph type="body" sz="quarter" idx="29" hasCustomPrompt="1"/>
          </p:nvPr>
        </p:nvSpPr>
        <p:spPr>
          <a:xfrm>
            <a:off x="3255962" y="4647800"/>
            <a:ext cx="2642419" cy="170386"/>
          </a:xfrm>
        </p:spPr>
        <p:txBody>
          <a:bodyPr>
            <a:noAutofit/>
          </a:bodyPr>
          <a:lstStyle>
            <a:lvl1pPr marL="0" indent="0">
              <a:buNone/>
              <a:defRPr sz="600" i="1">
                <a:solidFill>
                  <a:srgbClr val="CBCBCB"/>
                </a:solidFill>
              </a:defRPr>
            </a:lvl1pPr>
          </a:lstStyle>
          <a:p>
            <a:pPr lvl="0"/>
            <a:r>
              <a:rPr lang="en-US"/>
              <a:t>Photo/Image Credit</a:t>
            </a:r>
          </a:p>
        </p:txBody>
      </p:sp>
      <p:sp>
        <p:nvSpPr>
          <p:cNvPr id="12" name="Text Placeholder 24">
            <a:extLst>
              <a:ext uri="{FF2B5EF4-FFF2-40B4-BE49-F238E27FC236}">
                <a16:creationId xmlns:a16="http://schemas.microsoft.com/office/drawing/2014/main" id="{D523EA33-83E0-61A5-165D-479F3FA0691A}"/>
              </a:ext>
            </a:extLst>
          </p:cNvPr>
          <p:cNvSpPr>
            <a:spLocks noGrp="1"/>
          </p:cNvSpPr>
          <p:nvPr>
            <p:ph type="body" sz="quarter" idx="30" hasCustomPrompt="1"/>
          </p:nvPr>
        </p:nvSpPr>
        <p:spPr>
          <a:xfrm>
            <a:off x="6038850" y="4657325"/>
            <a:ext cx="2647950" cy="170386"/>
          </a:xfrm>
        </p:spPr>
        <p:txBody>
          <a:bodyPr>
            <a:noAutofit/>
          </a:bodyPr>
          <a:lstStyle>
            <a:lvl1pPr marL="0" indent="0">
              <a:buNone/>
              <a:defRPr sz="600" i="1">
                <a:solidFill>
                  <a:srgbClr val="CBCBCB"/>
                </a:solidFill>
              </a:defRPr>
            </a:lvl1pPr>
          </a:lstStyle>
          <a:p>
            <a:pPr lvl="0"/>
            <a:r>
              <a:rPr lang="en-US"/>
              <a:t>Photo/Image Credit</a:t>
            </a:r>
          </a:p>
        </p:txBody>
      </p:sp>
      <p:sp>
        <p:nvSpPr>
          <p:cNvPr id="14" name="Text Placeholder 22">
            <a:extLst>
              <a:ext uri="{FF2B5EF4-FFF2-40B4-BE49-F238E27FC236}">
                <a16:creationId xmlns:a16="http://schemas.microsoft.com/office/drawing/2014/main" id="{CE38D407-F19B-0194-3A21-6222D789EF21}"/>
              </a:ext>
            </a:extLst>
          </p:cNvPr>
          <p:cNvSpPr>
            <a:spLocks noGrp="1"/>
          </p:cNvSpPr>
          <p:nvPr>
            <p:ph type="body" sz="quarter" idx="31" hasCustomPrompt="1"/>
          </p:nvPr>
        </p:nvSpPr>
        <p:spPr>
          <a:xfrm>
            <a:off x="466541" y="4647800"/>
            <a:ext cx="2642419" cy="170386"/>
          </a:xfrm>
        </p:spPr>
        <p:txBody>
          <a:bodyPr>
            <a:noAutofit/>
          </a:bodyPr>
          <a:lstStyle>
            <a:lvl1pPr marL="0" indent="0">
              <a:buNone/>
              <a:defRPr sz="600" i="1">
                <a:solidFill>
                  <a:srgbClr val="CBCBCB"/>
                </a:solidFill>
              </a:defRPr>
            </a:lvl1pPr>
          </a:lstStyle>
          <a:p>
            <a:pPr lvl="0"/>
            <a:r>
              <a:rPr lang="en-US"/>
              <a:t>Photo/Image Credit</a:t>
            </a:r>
          </a:p>
        </p:txBody>
      </p:sp>
      <p:sp>
        <p:nvSpPr>
          <p:cNvPr id="2" name="Rectangle 1">
            <a:extLst>
              <a:ext uri="{FF2B5EF4-FFF2-40B4-BE49-F238E27FC236}">
                <a16:creationId xmlns:a16="http://schemas.microsoft.com/office/drawing/2014/main" id="{37F10539-30F3-4137-FEBE-C4A450C015E6}"/>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itle 9">
            <a:extLst>
              <a:ext uri="{FF2B5EF4-FFF2-40B4-BE49-F238E27FC236}">
                <a16:creationId xmlns:a16="http://schemas.microsoft.com/office/drawing/2014/main" id="{E129E260-2FA4-8CA1-7FBA-E732A5666F3A}"/>
              </a:ext>
            </a:extLst>
          </p:cNvPr>
          <p:cNvSpPr>
            <a:spLocks noGrp="1"/>
          </p:cNvSpPr>
          <p:nvPr>
            <p:ph type="title" hasCustomPrompt="1"/>
          </p:nvPr>
        </p:nvSpPr>
        <p:spPr>
          <a:xfrm>
            <a:off x="0" y="0"/>
            <a:ext cx="4443984" cy="905256"/>
          </a:xfrm>
          <a:prstGeom prst="round2DiagRect">
            <a:avLst/>
          </a:prstGeom>
          <a:solidFill>
            <a:schemeClr val="tx2"/>
          </a:solidFill>
        </p:spPr>
        <p:txBody>
          <a:bodyPr anchor="ctr" anchorCtr="0"/>
          <a:lstStyle>
            <a:lvl1pPr algn="ctr">
              <a:defRPr sz="2500"/>
            </a:lvl1pPr>
          </a:lstStyle>
          <a:p>
            <a:r>
              <a:rPr lang="en-US" dirty="0"/>
              <a:t>Simple Slide</a:t>
            </a:r>
          </a:p>
        </p:txBody>
      </p:sp>
    </p:spTree>
    <p:extLst>
      <p:ext uri="{BB962C8B-B14F-4D97-AF65-F5344CB8AC3E}">
        <p14:creationId xmlns:p14="http://schemas.microsoft.com/office/powerpoint/2010/main" val="14988594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slide – text">
    <p:spTree>
      <p:nvGrpSpPr>
        <p:cNvPr id="1" name=""/>
        <p:cNvGrpSpPr/>
        <p:nvPr/>
      </p:nvGrpSpPr>
      <p:grpSpPr>
        <a:xfrm>
          <a:off x="0" y="0"/>
          <a:ext cx="0" cy="0"/>
          <a:chOff x="0" y="0"/>
          <a:chExt cx="0" cy="0"/>
        </a:xfrm>
      </p:grpSpPr>
      <p:sp>
        <p:nvSpPr>
          <p:cNvPr id="6" name="TextBox 9">
            <a:extLst>
              <a:ext uri="{FF2B5EF4-FFF2-40B4-BE49-F238E27FC236}">
                <a16:creationId xmlns:a16="http://schemas.microsoft.com/office/drawing/2014/main" id="{36CA958A-1F5F-2496-8D28-E74C6A204A97}"/>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latin typeface="Arial" panose="020B0604020202020204" pitchFamily="34" charset="0"/>
                <a:cs typeface="Arial" panose="020B0604020202020204" pitchFamily="34" charset="0"/>
              </a:rPr>
              <a:t>National Laboratory of the Rockies</a:t>
            </a:r>
            <a:r>
              <a:rPr lang="en-US" sz="750" baseline="0">
                <a:latin typeface="Arial" panose="020B0604020202020204" pitchFamily="34" charset="0"/>
                <a:cs typeface="Arial" panose="020B0604020202020204" pitchFamily="34" charset="0"/>
              </a:rPr>
              <a:t>    </a:t>
            </a:r>
            <a:r>
              <a:rPr lang="en-US" sz="750">
                <a:latin typeface="Arial" panose="020B0604020202020204" pitchFamily="34" charset="0"/>
                <a:cs typeface="Arial" panose="020B0604020202020204" pitchFamily="34" charset="0"/>
              </a:rPr>
              <a:t>|    </a:t>
            </a:r>
            <a:fld id="{BFD71CF8-5198-8441-A7C0-DC22FD64CBE4}" type="slidenum">
              <a:rPr lang="en-US" sz="750" smtClean="0">
                <a:latin typeface="Arial" panose="020B0604020202020204" pitchFamily="34" charset="0"/>
                <a:cs typeface="Arial" panose="020B0604020202020204" pitchFamily="34" charset="0"/>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latin typeface="Arial" panose="020B0604020202020204" pitchFamily="34" charset="0"/>
              <a:cs typeface="Arial" panose="020B0604020202020204" pitchFamily="34" charset="0"/>
            </a:endParaRPr>
          </a:p>
        </p:txBody>
      </p:sp>
      <p:sp>
        <p:nvSpPr>
          <p:cNvPr id="7" name="Text Placeholder 8">
            <a:extLst>
              <a:ext uri="{FF2B5EF4-FFF2-40B4-BE49-F238E27FC236}">
                <a16:creationId xmlns:a16="http://schemas.microsoft.com/office/drawing/2014/main" id="{04226130-4780-805B-7641-AA662B760B9A}"/>
              </a:ext>
            </a:extLst>
          </p:cNvPr>
          <p:cNvSpPr>
            <a:spLocks noGrp="1"/>
          </p:cNvSpPr>
          <p:nvPr>
            <p:ph type="body" sz="quarter" idx="10"/>
          </p:nvPr>
        </p:nvSpPr>
        <p:spPr>
          <a:xfrm>
            <a:off x="457201" y="374650"/>
            <a:ext cx="3964404" cy="4429579"/>
          </a:xfrm>
        </p:spPr>
        <p:txBody>
          <a:bodyPr>
            <a:normAutofit/>
          </a:bodyPr>
          <a:lstStyle>
            <a:lvl1pPr indent="-228600">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87185142"/>
      </p:ext>
    </p:extLst>
  </p:cSld>
  <p:clrMapOvr>
    <a:masterClrMapping/>
  </p:clrMapOvr>
  <p:extLst>
    <p:ext uri="{DCECCB84-F9BA-43D5-87BE-67443E8EF086}">
      <p15:sldGuideLst xmlns:p15="http://schemas.microsoft.com/office/powerpoint/2012/main">
        <p15:guide id="1" orient="horz" pos="1452" userDrawn="1">
          <p15:clr>
            <a:srgbClr val="FBAE40"/>
          </p15:clr>
        </p15:guide>
        <p15:guide id="2" pos="2352"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Slide – no text">
    <p:spTree>
      <p:nvGrpSpPr>
        <p:cNvPr id="1" name=""/>
        <p:cNvGrpSpPr/>
        <p:nvPr/>
      </p:nvGrpSpPr>
      <p:grpSpPr>
        <a:xfrm>
          <a:off x="0" y="0"/>
          <a:ext cx="0" cy="0"/>
          <a:chOff x="0" y="0"/>
          <a:chExt cx="0" cy="0"/>
        </a:xfrm>
      </p:grpSpPr>
      <p:sp>
        <p:nvSpPr>
          <p:cNvPr id="4" name="TextBox 4">
            <a:extLst>
              <a:ext uri="{FF2B5EF4-FFF2-40B4-BE49-F238E27FC236}">
                <a16:creationId xmlns:a16="http://schemas.microsoft.com/office/drawing/2014/main" id="{51224578-8E67-64B3-6F6D-A427F8213408}"/>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dirty="0">
                <a:latin typeface="Arial" panose="020B0604020202020204" pitchFamily="34" charset="0"/>
                <a:cs typeface="Arial" panose="020B0604020202020204" pitchFamily="34" charset="0"/>
              </a:rPr>
              <a:t>National Laboratory of the Rockies</a:t>
            </a:r>
            <a:r>
              <a:rPr lang="en-US" sz="750" baseline="0" dirty="0">
                <a:latin typeface="Arial" panose="020B0604020202020204" pitchFamily="34" charset="0"/>
                <a:cs typeface="Arial" panose="020B0604020202020204" pitchFamily="34" charset="0"/>
              </a:rPr>
              <a:t>    </a:t>
            </a:r>
            <a:r>
              <a:rPr lang="en-US" sz="750" dirty="0">
                <a:latin typeface="Arial" panose="020B0604020202020204" pitchFamily="34" charset="0"/>
                <a:cs typeface="Arial" panose="020B0604020202020204" pitchFamily="34" charset="0"/>
              </a:rPr>
              <a:t>|    </a:t>
            </a:r>
            <a:fld id="{BFD71CF8-5198-8441-A7C0-DC22FD64CBE4}" type="slidenum">
              <a:rPr lang="en-US" sz="750" smtClean="0">
                <a:latin typeface="Arial" panose="020B0604020202020204" pitchFamily="34" charset="0"/>
                <a:cs typeface="Arial" panose="020B0604020202020204" pitchFamily="34" charset="0"/>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5987811"/>
      </p:ext>
    </p:extLst>
  </p:cSld>
  <p:clrMapOvr>
    <a:masterClrMapping/>
  </p:clrMapOvr>
  <p:extLst>
    <p:ext uri="{DCECCB84-F9BA-43D5-87BE-67443E8EF086}">
      <p15:sldGuideLst xmlns:p15="http://schemas.microsoft.com/office/powerpoint/2012/main">
        <p15:guide id="1" orient="horz" pos="1452" userDrawn="1">
          <p15:clr>
            <a:srgbClr val="FBAE40"/>
          </p15:clr>
        </p15:guide>
        <p15:guide id="2" pos="244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ransition Slide - Dune">
    <p:bg>
      <p:bgPr>
        <a:solidFill>
          <a:schemeClr val="bg2"/>
        </a:solidFill>
        <a:effectLst/>
      </p:bgPr>
    </p:bg>
    <p:spTree>
      <p:nvGrpSpPr>
        <p:cNvPr id="1" name=""/>
        <p:cNvGrpSpPr/>
        <p:nvPr/>
      </p:nvGrpSpPr>
      <p:grpSpPr>
        <a:xfrm>
          <a:off x="0" y="0"/>
          <a:ext cx="0" cy="0"/>
          <a:chOff x="0" y="0"/>
          <a:chExt cx="0" cy="0"/>
        </a:xfrm>
      </p:grpSpPr>
      <p:cxnSp>
        <p:nvCxnSpPr>
          <p:cNvPr id="4" name="Straight Connector 3"/>
          <p:cNvCxnSpPr/>
          <p:nvPr userDrawn="1"/>
        </p:nvCxnSpPr>
        <p:spPr>
          <a:xfrm>
            <a:off x="570335" y="2780783"/>
            <a:ext cx="4574979" cy="0"/>
          </a:xfrm>
          <a:prstGeom prst="line">
            <a:avLst/>
          </a:prstGeom>
          <a:ln w="28575" cap="rnd">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570021" y="2967059"/>
            <a:ext cx="4588564" cy="1101551"/>
          </a:xfrm>
        </p:spPr>
        <p:txBody>
          <a:bodyPr>
            <a:noAutofit/>
          </a:bodyPr>
          <a:lstStyle>
            <a:lvl1pPr marL="0" indent="0">
              <a:spcBef>
                <a:spcPts val="400"/>
              </a:spcBef>
              <a:buNone/>
              <a:defRPr sz="1800" baseline="0"/>
            </a:lvl1pPr>
            <a:lvl2pPr marL="457200" indent="0">
              <a:buNone/>
              <a:defRPr/>
            </a:lvl2pPr>
            <a:lvl3pPr marL="914400" indent="0">
              <a:buNone/>
              <a:defRPr/>
            </a:lvl3pPr>
            <a:lvl4pPr marL="1371600" indent="0">
              <a:buNone/>
              <a:defRPr/>
            </a:lvl4pPr>
            <a:lvl5pPr marL="1828800" indent="0">
              <a:buNone/>
              <a:defRPr/>
            </a:lvl5pPr>
          </a:lstStyle>
          <a:p>
            <a:pPr lvl="0"/>
            <a:r>
              <a:rPr lang="en-US"/>
              <a:t>Subtitle or additional text</a:t>
            </a:r>
          </a:p>
        </p:txBody>
      </p:sp>
      <p:sp>
        <p:nvSpPr>
          <p:cNvPr id="2" name="Title 1">
            <a:extLst>
              <a:ext uri="{FF2B5EF4-FFF2-40B4-BE49-F238E27FC236}">
                <a16:creationId xmlns:a16="http://schemas.microsoft.com/office/drawing/2014/main" id="{795E67DE-D090-4E05-A78B-1B661FF15B03}"/>
              </a:ext>
            </a:extLst>
          </p:cNvPr>
          <p:cNvSpPr>
            <a:spLocks noGrp="1"/>
          </p:cNvSpPr>
          <p:nvPr>
            <p:ph type="title" hasCustomPrompt="1"/>
          </p:nvPr>
        </p:nvSpPr>
        <p:spPr>
          <a:xfrm>
            <a:off x="572857" y="1252017"/>
            <a:ext cx="4599810" cy="1358834"/>
          </a:xfrm>
          <a:prstGeom prst="rect">
            <a:avLst/>
          </a:prstGeom>
          <a:noFill/>
        </p:spPr>
        <p:txBody>
          <a:bodyPr lIns="0" tIns="0" rIns="0" bIns="0" anchor="b" anchorCtr="0"/>
          <a:lstStyle>
            <a:lvl1pPr algn="l">
              <a:defRPr b="1">
                <a:solidFill>
                  <a:schemeClr val="tx1"/>
                </a:solidFill>
              </a:defRPr>
            </a:lvl1pPr>
          </a:lstStyle>
          <a:p>
            <a:pPr lvl="0"/>
            <a:r>
              <a:rPr lang="en-US"/>
              <a:t>Transition Slide Title</a:t>
            </a:r>
          </a:p>
        </p:txBody>
      </p:sp>
    </p:spTree>
    <p:extLst>
      <p:ext uri="{BB962C8B-B14F-4D97-AF65-F5344CB8AC3E}">
        <p14:creationId xmlns:p14="http://schemas.microsoft.com/office/powerpoint/2010/main" val="418541070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ransition Slide - Mesa Blue">
    <p:spTree>
      <p:nvGrpSpPr>
        <p:cNvPr id="1" name=""/>
        <p:cNvGrpSpPr/>
        <p:nvPr/>
      </p:nvGrpSpPr>
      <p:grpSpPr>
        <a:xfrm>
          <a:off x="0" y="0"/>
          <a:ext cx="0" cy="0"/>
          <a:chOff x="0" y="0"/>
          <a:chExt cx="0" cy="0"/>
        </a:xfrm>
      </p:grpSpPr>
      <p:sp>
        <p:nvSpPr>
          <p:cNvPr id="6" name="Rectangle 5"/>
          <p:cNvSpPr/>
          <p:nvPr userDrawn="1"/>
        </p:nvSpPr>
        <p:spPr>
          <a:xfrm>
            <a:off x="0" y="0"/>
            <a:ext cx="9144000"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 name="Straight Connector 3"/>
          <p:cNvCxnSpPr/>
          <p:nvPr userDrawn="1"/>
        </p:nvCxnSpPr>
        <p:spPr>
          <a:xfrm>
            <a:off x="570335" y="2780783"/>
            <a:ext cx="4574979" cy="0"/>
          </a:xfrm>
          <a:prstGeom prst="line">
            <a:avLst/>
          </a:prstGeom>
          <a:ln w="28575" cap="rnd"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567879" y="2961483"/>
            <a:ext cx="4601998" cy="1101551"/>
          </a:xfrm>
        </p:spPr>
        <p:txBody>
          <a:bodyPr>
            <a:noAutofit/>
          </a:bodyPr>
          <a:lstStyle>
            <a:lvl1pPr marL="0" indent="0">
              <a:spcBef>
                <a:spcPts val="400"/>
              </a:spcBef>
              <a:buNone/>
              <a:defRPr sz="180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 or additional text</a:t>
            </a:r>
          </a:p>
        </p:txBody>
      </p:sp>
      <p:sp>
        <p:nvSpPr>
          <p:cNvPr id="7" name="Title 1">
            <a:extLst>
              <a:ext uri="{FF2B5EF4-FFF2-40B4-BE49-F238E27FC236}">
                <a16:creationId xmlns:a16="http://schemas.microsoft.com/office/drawing/2014/main" id="{68794D23-6074-4A1B-BA3A-739DFE96CA3D}"/>
              </a:ext>
            </a:extLst>
          </p:cNvPr>
          <p:cNvSpPr>
            <a:spLocks noGrp="1"/>
          </p:cNvSpPr>
          <p:nvPr>
            <p:ph type="title" hasCustomPrompt="1"/>
          </p:nvPr>
        </p:nvSpPr>
        <p:spPr>
          <a:xfrm>
            <a:off x="575647" y="1252017"/>
            <a:ext cx="4613277" cy="1358834"/>
          </a:xfrm>
          <a:prstGeom prst="rect">
            <a:avLst/>
          </a:prstGeom>
          <a:noFill/>
        </p:spPr>
        <p:txBody>
          <a:bodyPr lIns="0" tIns="0" rIns="0" bIns="0" anchor="b" anchorCtr="0">
            <a:noAutofit/>
          </a:bodyPr>
          <a:lstStyle>
            <a:lvl1pPr algn="l">
              <a:defRPr b="1">
                <a:solidFill>
                  <a:schemeClr val="bg1"/>
                </a:solidFill>
              </a:defRPr>
            </a:lvl1pPr>
          </a:lstStyle>
          <a:p>
            <a:pPr lvl="0"/>
            <a:r>
              <a:rPr lang="en-US"/>
              <a:t>Transition Slide Title</a:t>
            </a:r>
          </a:p>
        </p:txBody>
      </p:sp>
    </p:spTree>
    <p:extLst>
      <p:ext uri="{BB962C8B-B14F-4D97-AF65-F5344CB8AC3E}">
        <p14:creationId xmlns:p14="http://schemas.microsoft.com/office/powerpoint/2010/main" val="1251517074"/>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ransition Slide - Rocky Blue">
    <p:spTree>
      <p:nvGrpSpPr>
        <p:cNvPr id="1" name=""/>
        <p:cNvGrpSpPr/>
        <p:nvPr/>
      </p:nvGrpSpPr>
      <p:grpSpPr>
        <a:xfrm>
          <a:off x="0" y="0"/>
          <a:ext cx="0" cy="0"/>
          <a:chOff x="0" y="0"/>
          <a:chExt cx="0" cy="0"/>
        </a:xfrm>
      </p:grpSpPr>
      <p:sp>
        <p:nvSpPr>
          <p:cNvPr id="6" name="Rectangle 5"/>
          <p:cNvSpPr/>
          <p:nvPr userDrawn="1"/>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 name="Straight Connector 3"/>
          <p:cNvCxnSpPr/>
          <p:nvPr userDrawn="1"/>
        </p:nvCxnSpPr>
        <p:spPr>
          <a:xfrm>
            <a:off x="570335" y="2780783"/>
            <a:ext cx="4574979" cy="0"/>
          </a:xfrm>
          <a:prstGeom prst="line">
            <a:avLst/>
          </a:prstGeom>
          <a:ln w="28575" cap="rnd" cmpd="sng">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567879" y="2961483"/>
            <a:ext cx="4601998" cy="1101551"/>
          </a:xfrm>
        </p:spPr>
        <p:txBody>
          <a:bodyPr>
            <a:noAutofit/>
          </a:bodyPr>
          <a:lstStyle>
            <a:lvl1pPr marL="0" indent="0">
              <a:spcBef>
                <a:spcPts val="400"/>
              </a:spcBef>
              <a:buNone/>
              <a:defRPr sz="180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 or additional text</a:t>
            </a:r>
          </a:p>
        </p:txBody>
      </p:sp>
      <p:sp>
        <p:nvSpPr>
          <p:cNvPr id="7" name="Title 1">
            <a:extLst>
              <a:ext uri="{FF2B5EF4-FFF2-40B4-BE49-F238E27FC236}">
                <a16:creationId xmlns:a16="http://schemas.microsoft.com/office/drawing/2014/main" id="{68794D23-6074-4A1B-BA3A-739DFE96CA3D}"/>
              </a:ext>
            </a:extLst>
          </p:cNvPr>
          <p:cNvSpPr>
            <a:spLocks noGrp="1"/>
          </p:cNvSpPr>
          <p:nvPr>
            <p:ph type="title" hasCustomPrompt="1"/>
          </p:nvPr>
        </p:nvSpPr>
        <p:spPr>
          <a:xfrm>
            <a:off x="575647" y="1252017"/>
            <a:ext cx="4613277" cy="1358834"/>
          </a:xfrm>
          <a:prstGeom prst="rect">
            <a:avLst/>
          </a:prstGeom>
          <a:noFill/>
        </p:spPr>
        <p:txBody>
          <a:bodyPr lIns="0" tIns="0" rIns="0" bIns="0" anchor="b" anchorCtr="0">
            <a:noAutofit/>
          </a:bodyPr>
          <a:lstStyle>
            <a:lvl1pPr algn="l">
              <a:defRPr b="1">
                <a:solidFill>
                  <a:schemeClr val="bg1"/>
                </a:solidFill>
              </a:defRPr>
            </a:lvl1pPr>
          </a:lstStyle>
          <a:p>
            <a:pPr lvl="0"/>
            <a:r>
              <a:rPr lang="en-US"/>
              <a:t>Transition Slide Title</a:t>
            </a:r>
          </a:p>
        </p:txBody>
      </p:sp>
    </p:spTree>
    <p:extLst>
      <p:ext uri="{BB962C8B-B14F-4D97-AF65-F5344CB8AC3E}">
        <p14:creationId xmlns:p14="http://schemas.microsoft.com/office/powerpoint/2010/main" val="1859836780"/>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ransition Slide - Golden Sun">
    <p:bg>
      <p:bgPr>
        <a:solidFill>
          <a:schemeClr val="accent2"/>
        </a:solidFill>
        <a:effectLst/>
      </p:bgPr>
    </p:bg>
    <p:spTree>
      <p:nvGrpSpPr>
        <p:cNvPr id="1" name=""/>
        <p:cNvGrpSpPr/>
        <p:nvPr/>
      </p:nvGrpSpPr>
      <p:grpSpPr>
        <a:xfrm>
          <a:off x="0" y="0"/>
          <a:ext cx="0" cy="0"/>
          <a:chOff x="0" y="0"/>
          <a:chExt cx="0" cy="0"/>
        </a:xfrm>
      </p:grpSpPr>
      <p:cxnSp>
        <p:nvCxnSpPr>
          <p:cNvPr id="4" name="Straight Connector 3"/>
          <p:cNvCxnSpPr/>
          <p:nvPr userDrawn="1"/>
        </p:nvCxnSpPr>
        <p:spPr>
          <a:xfrm>
            <a:off x="570335" y="2780783"/>
            <a:ext cx="4574979" cy="0"/>
          </a:xfrm>
          <a:prstGeom prst="line">
            <a:avLst/>
          </a:prstGeom>
          <a:ln w="28575" cap="rnd">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570021" y="2967059"/>
            <a:ext cx="4588564" cy="1101551"/>
          </a:xfrm>
        </p:spPr>
        <p:txBody>
          <a:bodyPr>
            <a:noAutofit/>
          </a:bodyPr>
          <a:lstStyle>
            <a:lvl1pPr marL="0" indent="0">
              <a:spcBef>
                <a:spcPts val="400"/>
              </a:spcBef>
              <a:buNone/>
              <a:defRPr sz="18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Subtitle or additional text</a:t>
            </a:r>
          </a:p>
        </p:txBody>
      </p:sp>
      <p:sp>
        <p:nvSpPr>
          <p:cNvPr id="2" name="Title 1">
            <a:extLst>
              <a:ext uri="{FF2B5EF4-FFF2-40B4-BE49-F238E27FC236}">
                <a16:creationId xmlns:a16="http://schemas.microsoft.com/office/drawing/2014/main" id="{795E67DE-D090-4E05-A78B-1B661FF15B03}"/>
              </a:ext>
            </a:extLst>
          </p:cNvPr>
          <p:cNvSpPr>
            <a:spLocks noGrp="1"/>
          </p:cNvSpPr>
          <p:nvPr>
            <p:ph type="title" hasCustomPrompt="1"/>
          </p:nvPr>
        </p:nvSpPr>
        <p:spPr>
          <a:xfrm>
            <a:off x="572857" y="1252017"/>
            <a:ext cx="4599810" cy="1358834"/>
          </a:xfrm>
          <a:prstGeom prst="rect">
            <a:avLst/>
          </a:prstGeom>
          <a:noFill/>
        </p:spPr>
        <p:txBody>
          <a:bodyPr lIns="0" tIns="0" rIns="0" bIns="0" anchor="b" anchorCtr="0"/>
          <a:lstStyle>
            <a:lvl1pPr algn="l">
              <a:defRPr b="1">
                <a:solidFill>
                  <a:schemeClr val="bg1"/>
                </a:solidFill>
              </a:defRPr>
            </a:lvl1pPr>
          </a:lstStyle>
          <a:p>
            <a:pPr lvl="0"/>
            <a:r>
              <a:rPr lang="en-US"/>
              <a:t>Transition Slide Title</a:t>
            </a:r>
          </a:p>
        </p:txBody>
      </p:sp>
      <p:sp>
        <p:nvSpPr>
          <p:cNvPr id="3" name="TextBox 2">
            <a:extLst>
              <a:ext uri="{FF2B5EF4-FFF2-40B4-BE49-F238E27FC236}">
                <a16:creationId xmlns:a16="http://schemas.microsoft.com/office/drawing/2014/main" id="{71C69288-7B94-D2DA-9757-8C3C74DCB744}"/>
              </a:ext>
            </a:extLst>
          </p:cNvPr>
          <p:cNvSpPr txBox="1"/>
          <p:nvPr userDrawn="1"/>
        </p:nvSpPr>
        <p:spPr>
          <a:xfrm>
            <a:off x="5584166" y="1132936"/>
            <a:ext cx="0" cy="0"/>
          </a:xfrm>
          <a:prstGeom prst="rect">
            <a:avLst/>
          </a:prstGeom>
          <a:noFill/>
        </p:spPr>
        <p:txBody>
          <a:bodyPr wrap="none" lIns="0" tIns="0" rIns="0" bIns="0" rtlCol="0">
            <a:noAutofit/>
          </a:bodyPr>
          <a:lstStyle/>
          <a:p>
            <a:pPr algn="l"/>
            <a:endParaRPr lang="en-US" err="1"/>
          </a:p>
        </p:txBody>
      </p:sp>
    </p:spTree>
    <p:extLst>
      <p:ext uri="{BB962C8B-B14F-4D97-AF65-F5344CB8AC3E}">
        <p14:creationId xmlns:p14="http://schemas.microsoft.com/office/powerpoint/2010/main" val="3189580321"/>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ing Mesa Blue - Large Photo">
    <p:bg>
      <p:bgPr>
        <a:solidFill>
          <a:schemeClr val="bg1">
            <a:lumMod val="85000"/>
          </a:schemeClr>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0"/>
            <a:ext cx="9144000" cy="5143500"/>
          </a:xfrm>
          <a:solidFill>
            <a:schemeClr val="bg1">
              <a:lumMod val="85000"/>
            </a:schemeClr>
          </a:solidFill>
        </p:spPr>
        <p:txBody>
          <a:bodyPr>
            <a:normAutofit/>
          </a:bodyPr>
          <a:lstStyle>
            <a:lvl1pPr marL="0" indent="0" algn="ctr">
              <a:buNone/>
              <a:defRPr sz="1600" baseline="0"/>
            </a:lvl1pPr>
          </a:lstStyle>
          <a:p>
            <a:r>
              <a:rPr lang="en-US" dirty="0"/>
              <a:t>Insert large image here</a:t>
            </a:r>
          </a:p>
        </p:txBody>
      </p:sp>
      <p:sp>
        <p:nvSpPr>
          <p:cNvPr id="2" name="Title 1">
            <a:extLst>
              <a:ext uri="{FF2B5EF4-FFF2-40B4-BE49-F238E27FC236}">
                <a16:creationId xmlns:a16="http://schemas.microsoft.com/office/drawing/2014/main" id="{B690973F-DA58-ECB7-8A31-C6E36A068E11}"/>
              </a:ext>
            </a:extLst>
          </p:cNvPr>
          <p:cNvSpPr>
            <a:spLocks noGrp="1"/>
          </p:cNvSpPr>
          <p:nvPr>
            <p:ph type="title" hasCustomPrompt="1"/>
          </p:nvPr>
        </p:nvSpPr>
        <p:spPr>
          <a:xfrm>
            <a:off x="0" y="2565204"/>
            <a:ext cx="4572000" cy="1649186"/>
          </a:xfrm>
          <a:prstGeom prst="round1Rect">
            <a:avLst/>
          </a:prstGeom>
          <a:solidFill>
            <a:schemeClr val="tx2">
              <a:alpha val="68000"/>
            </a:schemeClr>
          </a:solidFill>
        </p:spPr>
        <p:txBody>
          <a:bodyPr lIns="91440" rIns="91440" anchor="ctr"/>
          <a:lstStyle>
            <a:lvl1pPr>
              <a:lnSpc>
                <a:spcPct val="100000"/>
              </a:lnSpc>
              <a:defRPr sz="2800" b="1"/>
            </a:lvl1pPr>
          </a:lstStyle>
          <a:p>
            <a:r>
              <a:rPr lang="en-US" dirty="0"/>
              <a:t>Key Messaging</a:t>
            </a:r>
            <a:br>
              <a:rPr lang="en-US" dirty="0"/>
            </a:br>
            <a:r>
              <a:rPr lang="en-US" dirty="0"/>
              <a:t>Slide One</a:t>
            </a:r>
          </a:p>
        </p:txBody>
      </p:sp>
      <p:sp>
        <p:nvSpPr>
          <p:cNvPr id="3" name="Text Placeholder 2">
            <a:extLst>
              <a:ext uri="{FF2B5EF4-FFF2-40B4-BE49-F238E27FC236}">
                <a16:creationId xmlns:a16="http://schemas.microsoft.com/office/drawing/2014/main" id="{3CB9030D-4C76-415A-95F6-CB8F61DED023}"/>
              </a:ext>
            </a:extLst>
          </p:cNvPr>
          <p:cNvSpPr>
            <a:spLocks noGrp="1"/>
          </p:cNvSpPr>
          <p:nvPr>
            <p:ph type="body" sz="quarter" idx="13" hasCustomPrompt="1"/>
          </p:nvPr>
        </p:nvSpPr>
        <p:spPr>
          <a:xfrm>
            <a:off x="465438" y="4819650"/>
            <a:ext cx="2779713" cy="114815"/>
          </a:xfrm>
        </p:spPr>
        <p:txBody>
          <a:bodyPr lIns="0" tIns="0" rIns="0" bIns="0">
            <a:noAutofit/>
          </a:bodyPr>
          <a:lstStyle>
            <a:lvl1pPr marL="0" indent="0">
              <a:buNone/>
              <a:defRPr sz="600" i="1">
                <a:solidFill>
                  <a:srgbClr val="C0C0C0"/>
                </a:solidFill>
              </a:defRPr>
            </a:lvl1pPr>
            <a:lvl2pPr marL="233362" indent="0">
              <a:buNone/>
              <a:defRPr sz="700">
                <a:solidFill>
                  <a:schemeClr val="tx1">
                    <a:lumMod val="20000"/>
                    <a:lumOff val="80000"/>
                  </a:schemeClr>
                </a:solidFill>
              </a:defRPr>
            </a:lvl2pPr>
            <a:lvl3pPr marL="458787" indent="0">
              <a:buNone/>
              <a:defRPr sz="700">
                <a:solidFill>
                  <a:schemeClr val="tx1">
                    <a:lumMod val="20000"/>
                    <a:lumOff val="80000"/>
                  </a:schemeClr>
                </a:solidFill>
              </a:defRPr>
            </a:lvl3pPr>
            <a:lvl4pPr marL="688975" indent="0">
              <a:buNone/>
              <a:defRPr sz="700">
                <a:solidFill>
                  <a:schemeClr val="tx1">
                    <a:lumMod val="20000"/>
                    <a:lumOff val="80000"/>
                  </a:schemeClr>
                </a:solidFill>
              </a:defRPr>
            </a:lvl4pPr>
            <a:lvl5pPr marL="914400" indent="0">
              <a:buNone/>
              <a:defRPr sz="700">
                <a:solidFill>
                  <a:schemeClr val="tx1">
                    <a:lumMod val="20000"/>
                    <a:lumOff val="80000"/>
                  </a:schemeClr>
                </a:solidFill>
              </a:defRPr>
            </a:lvl5pPr>
          </a:lstStyle>
          <a:p>
            <a:pPr lvl="0"/>
            <a:r>
              <a:rPr lang="en-US"/>
              <a:t>Photo/Image Credit</a:t>
            </a:r>
          </a:p>
        </p:txBody>
      </p:sp>
    </p:spTree>
    <p:extLst>
      <p:ext uri="{BB962C8B-B14F-4D97-AF65-F5344CB8AC3E}">
        <p14:creationId xmlns:p14="http://schemas.microsoft.com/office/powerpoint/2010/main" val="1329997879"/>
      </p:ext>
    </p:extLst>
  </p:cSld>
  <p:clrMapOvr>
    <a:masterClrMapping/>
  </p:clrMapOvr>
  <p:extLst>
    <p:ext uri="{DCECCB84-F9BA-43D5-87BE-67443E8EF086}">
      <p15:sldGuideLst xmlns:p15="http://schemas.microsoft.com/office/powerpoint/2012/main">
        <p15:guide id="6" orient="horz" pos="1428">
          <p15:clr>
            <a:srgbClr val="FBAE40"/>
          </p15:clr>
        </p15:guide>
        <p15:guide id="7" orient="horz" pos="1404">
          <p15:clr>
            <a:srgbClr val="FBAE40"/>
          </p15:clr>
        </p15:guide>
        <p15:guide id="8" orient="horz" pos="99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ing Rocky Blue - Large Photo">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0"/>
            <a:ext cx="9144000" cy="5143500"/>
          </a:xfrm>
          <a:solidFill>
            <a:schemeClr val="bg1">
              <a:lumMod val="85000"/>
            </a:schemeClr>
          </a:solidFill>
        </p:spPr>
        <p:txBody>
          <a:bodyPr>
            <a:normAutofit/>
          </a:bodyPr>
          <a:lstStyle>
            <a:lvl1pPr marL="0" indent="0" algn="ctr">
              <a:buNone/>
              <a:defRPr sz="1600" baseline="0"/>
            </a:lvl1pPr>
          </a:lstStyle>
          <a:p>
            <a:r>
              <a:rPr lang="en-US"/>
              <a:t>Insert large image here</a:t>
            </a:r>
          </a:p>
        </p:txBody>
      </p:sp>
      <p:sp>
        <p:nvSpPr>
          <p:cNvPr id="3" name="Text Placeholder 2">
            <a:extLst>
              <a:ext uri="{FF2B5EF4-FFF2-40B4-BE49-F238E27FC236}">
                <a16:creationId xmlns:a16="http://schemas.microsoft.com/office/drawing/2014/main" id="{3CB9030D-4C76-415A-95F6-CB8F61DED023}"/>
              </a:ext>
            </a:extLst>
          </p:cNvPr>
          <p:cNvSpPr>
            <a:spLocks noGrp="1"/>
          </p:cNvSpPr>
          <p:nvPr>
            <p:ph type="body" sz="quarter" idx="13" hasCustomPrompt="1"/>
          </p:nvPr>
        </p:nvSpPr>
        <p:spPr>
          <a:xfrm>
            <a:off x="465438" y="4819650"/>
            <a:ext cx="2779713" cy="114815"/>
          </a:xfrm>
        </p:spPr>
        <p:txBody>
          <a:bodyPr lIns="0" tIns="0" rIns="0" bIns="0">
            <a:noAutofit/>
          </a:bodyPr>
          <a:lstStyle>
            <a:lvl1pPr marL="0" indent="0">
              <a:buNone/>
              <a:defRPr sz="600" i="1">
                <a:solidFill>
                  <a:srgbClr val="C0C0C0"/>
                </a:solidFill>
              </a:defRPr>
            </a:lvl1pPr>
            <a:lvl2pPr marL="233362" indent="0">
              <a:buNone/>
              <a:defRPr sz="700">
                <a:solidFill>
                  <a:schemeClr val="tx1">
                    <a:lumMod val="20000"/>
                    <a:lumOff val="80000"/>
                  </a:schemeClr>
                </a:solidFill>
              </a:defRPr>
            </a:lvl2pPr>
            <a:lvl3pPr marL="458787" indent="0">
              <a:buNone/>
              <a:defRPr sz="700">
                <a:solidFill>
                  <a:schemeClr val="tx1">
                    <a:lumMod val="20000"/>
                    <a:lumOff val="80000"/>
                  </a:schemeClr>
                </a:solidFill>
              </a:defRPr>
            </a:lvl3pPr>
            <a:lvl4pPr marL="688975" indent="0">
              <a:buNone/>
              <a:defRPr sz="700">
                <a:solidFill>
                  <a:schemeClr val="tx1">
                    <a:lumMod val="20000"/>
                    <a:lumOff val="80000"/>
                  </a:schemeClr>
                </a:solidFill>
              </a:defRPr>
            </a:lvl4pPr>
            <a:lvl5pPr marL="914400" indent="0">
              <a:buNone/>
              <a:defRPr sz="700">
                <a:solidFill>
                  <a:schemeClr val="tx1">
                    <a:lumMod val="20000"/>
                    <a:lumOff val="80000"/>
                  </a:schemeClr>
                </a:solidFill>
              </a:defRPr>
            </a:lvl5pPr>
          </a:lstStyle>
          <a:p>
            <a:pPr lvl="0"/>
            <a:r>
              <a:rPr lang="en-US"/>
              <a:t>Photo/Image Credit</a:t>
            </a:r>
          </a:p>
        </p:txBody>
      </p:sp>
      <p:sp>
        <p:nvSpPr>
          <p:cNvPr id="5" name="Title 4">
            <a:extLst>
              <a:ext uri="{FF2B5EF4-FFF2-40B4-BE49-F238E27FC236}">
                <a16:creationId xmlns:a16="http://schemas.microsoft.com/office/drawing/2014/main" id="{F67779DF-0425-5F03-2ABE-0DCC89EFABB1}"/>
              </a:ext>
            </a:extLst>
          </p:cNvPr>
          <p:cNvSpPr>
            <a:spLocks noGrp="1"/>
          </p:cNvSpPr>
          <p:nvPr>
            <p:ph type="title" hasCustomPrompt="1"/>
          </p:nvPr>
        </p:nvSpPr>
        <p:spPr>
          <a:xfrm>
            <a:off x="0" y="2565204"/>
            <a:ext cx="4572000" cy="1649186"/>
          </a:xfrm>
          <a:prstGeom prst="round1Rect">
            <a:avLst/>
          </a:prstGeom>
          <a:solidFill>
            <a:schemeClr val="accent1">
              <a:alpha val="68000"/>
            </a:schemeClr>
          </a:solidFill>
        </p:spPr>
        <p:txBody>
          <a:bodyPr lIns="91440" rIns="91440" anchor="ctr">
            <a:normAutofit/>
          </a:bodyPr>
          <a:lstStyle>
            <a:lvl1pPr>
              <a:lnSpc>
                <a:spcPct val="100000"/>
              </a:lnSpc>
              <a:defRPr sz="2800" b="1"/>
            </a:lvl1pPr>
          </a:lstStyle>
          <a:p>
            <a:r>
              <a:rPr lang="en-US" dirty="0"/>
              <a:t>Key Messaging</a:t>
            </a:r>
            <a:br>
              <a:rPr lang="en-US" dirty="0"/>
            </a:br>
            <a:r>
              <a:rPr lang="en-US" dirty="0"/>
              <a:t>Slide One</a:t>
            </a:r>
          </a:p>
        </p:txBody>
      </p:sp>
    </p:spTree>
    <p:extLst>
      <p:ext uri="{BB962C8B-B14F-4D97-AF65-F5344CB8AC3E}">
        <p14:creationId xmlns:p14="http://schemas.microsoft.com/office/powerpoint/2010/main" val="2867565651"/>
      </p:ext>
    </p:extLst>
  </p:cSld>
  <p:clrMapOvr>
    <a:masterClrMapping/>
  </p:clrMapOvr>
  <p:extLst>
    <p:ext uri="{DCECCB84-F9BA-43D5-87BE-67443E8EF086}">
      <p15:sldGuideLst xmlns:p15="http://schemas.microsoft.com/office/powerpoint/2012/main">
        <p15:guide id="6" orient="horz" pos="1428">
          <p15:clr>
            <a:srgbClr val="FBAE40"/>
          </p15:clr>
        </p15:guide>
        <p15:guide id="7" orient="horz" pos="1404">
          <p15:clr>
            <a:srgbClr val="FBAE40"/>
          </p15:clr>
        </p15:guide>
        <p15:guide id="8" orient="horz" pos="99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Key Messaging Dune - Large Photo">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0"/>
            <a:ext cx="9144000" cy="5143500"/>
          </a:xfrm>
          <a:solidFill>
            <a:schemeClr val="bg1">
              <a:lumMod val="85000"/>
            </a:schemeClr>
          </a:solidFill>
        </p:spPr>
        <p:txBody>
          <a:bodyPr>
            <a:normAutofit/>
          </a:bodyPr>
          <a:lstStyle>
            <a:lvl1pPr marL="0" indent="0" algn="ctr">
              <a:buNone/>
              <a:defRPr sz="1600" baseline="0"/>
            </a:lvl1pPr>
          </a:lstStyle>
          <a:p>
            <a:r>
              <a:rPr lang="en-US"/>
              <a:t>Insert large image here</a:t>
            </a:r>
          </a:p>
        </p:txBody>
      </p:sp>
      <p:sp>
        <p:nvSpPr>
          <p:cNvPr id="6" name="Title 5">
            <a:extLst>
              <a:ext uri="{FF2B5EF4-FFF2-40B4-BE49-F238E27FC236}">
                <a16:creationId xmlns:a16="http://schemas.microsoft.com/office/drawing/2014/main" id="{8992DF99-1181-7C7A-8E4B-659899B4B00B}"/>
              </a:ext>
            </a:extLst>
          </p:cNvPr>
          <p:cNvSpPr>
            <a:spLocks noGrp="1"/>
          </p:cNvSpPr>
          <p:nvPr>
            <p:ph type="title" hasCustomPrompt="1"/>
          </p:nvPr>
        </p:nvSpPr>
        <p:spPr>
          <a:xfrm>
            <a:off x="0" y="2565204"/>
            <a:ext cx="4572000" cy="1649186"/>
          </a:xfrm>
          <a:prstGeom prst="round1Rect">
            <a:avLst/>
          </a:prstGeom>
          <a:solidFill>
            <a:srgbClr val="EEEEEE"/>
          </a:solidFill>
        </p:spPr>
        <p:txBody>
          <a:bodyPr lIns="91440" rIns="91440" anchor="ctr">
            <a:normAutofit/>
          </a:bodyPr>
          <a:lstStyle>
            <a:lvl1pPr>
              <a:lnSpc>
                <a:spcPct val="100000"/>
              </a:lnSpc>
              <a:defRPr sz="2800" b="1">
                <a:solidFill>
                  <a:schemeClr val="tx1"/>
                </a:solidFill>
              </a:defRPr>
            </a:lvl1pPr>
          </a:lstStyle>
          <a:p>
            <a:r>
              <a:rPr lang="en-US" dirty="0"/>
              <a:t>Key Messaging</a:t>
            </a:r>
            <a:br>
              <a:rPr lang="en-US" dirty="0"/>
            </a:br>
            <a:r>
              <a:rPr lang="en-US" dirty="0"/>
              <a:t>Slide One</a:t>
            </a:r>
          </a:p>
        </p:txBody>
      </p:sp>
      <p:sp>
        <p:nvSpPr>
          <p:cNvPr id="3" name="Text Placeholder 2">
            <a:extLst>
              <a:ext uri="{FF2B5EF4-FFF2-40B4-BE49-F238E27FC236}">
                <a16:creationId xmlns:a16="http://schemas.microsoft.com/office/drawing/2014/main" id="{3CB9030D-4C76-415A-95F6-CB8F61DED023}"/>
              </a:ext>
            </a:extLst>
          </p:cNvPr>
          <p:cNvSpPr>
            <a:spLocks noGrp="1"/>
          </p:cNvSpPr>
          <p:nvPr>
            <p:ph type="body" sz="quarter" idx="13" hasCustomPrompt="1"/>
          </p:nvPr>
        </p:nvSpPr>
        <p:spPr>
          <a:xfrm>
            <a:off x="465438" y="4819650"/>
            <a:ext cx="2779713" cy="114815"/>
          </a:xfrm>
        </p:spPr>
        <p:txBody>
          <a:bodyPr lIns="0" tIns="0" rIns="0" bIns="0">
            <a:noAutofit/>
          </a:bodyPr>
          <a:lstStyle>
            <a:lvl1pPr marL="0" indent="0">
              <a:buNone/>
              <a:defRPr sz="600" i="1">
                <a:solidFill>
                  <a:srgbClr val="C0C0C0"/>
                </a:solidFill>
              </a:defRPr>
            </a:lvl1pPr>
            <a:lvl2pPr marL="233362" indent="0">
              <a:buNone/>
              <a:defRPr sz="700">
                <a:solidFill>
                  <a:schemeClr val="tx1">
                    <a:lumMod val="20000"/>
                    <a:lumOff val="80000"/>
                  </a:schemeClr>
                </a:solidFill>
              </a:defRPr>
            </a:lvl2pPr>
            <a:lvl3pPr marL="458787" indent="0">
              <a:buNone/>
              <a:defRPr sz="700">
                <a:solidFill>
                  <a:schemeClr val="tx1">
                    <a:lumMod val="20000"/>
                    <a:lumOff val="80000"/>
                  </a:schemeClr>
                </a:solidFill>
              </a:defRPr>
            </a:lvl3pPr>
            <a:lvl4pPr marL="688975" indent="0">
              <a:buNone/>
              <a:defRPr sz="700">
                <a:solidFill>
                  <a:schemeClr val="tx1">
                    <a:lumMod val="20000"/>
                    <a:lumOff val="80000"/>
                  </a:schemeClr>
                </a:solidFill>
              </a:defRPr>
            </a:lvl4pPr>
            <a:lvl5pPr marL="914400" indent="0">
              <a:buNone/>
              <a:defRPr sz="700">
                <a:solidFill>
                  <a:schemeClr val="tx1">
                    <a:lumMod val="20000"/>
                    <a:lumOff val="80000"/>
                  </a:schemeClr>
                </a:solidFill>
              </a:defRPr>
            </a:lvl5pPr>
          </a:lstStyle>
          <a:p>
            <a:pPr lvl="0"/>
            <a:r>
              <a:rPr lang="en-US"/>
              <a:t>Photo/Image Credit</a:t>
            </a:r>
          </a:p>
        </p:txBody>
      </p:sp>
    </p:spTree>
    <p:extLst>
      <p:ext uri="{BB962C8B-B14F-4D97-AF65-F5344CB8AC3E}">
        <p14:creationId xmlns:p14="http://schemas.microsoft.com/office/powerpoint/2010/main" val="3164039620"/>
      </p:ext>
    </p:extLst>
  </p:cSld>
  <p:clrMapOvr>
    <a:masterClrMapping/>
  </p:clrMapOvr>
  <p:extLst>
    <p:ext uri="{DCECCB84-F9BA-43D5-87BE-67443E8EF086}">
      <p15:sldGuideLst xmlns:p15="http://schemas.microsoft.com/office/powerpoint/2012/main">
        <p15:guide id="6" orient="horz" pos="1428">
          <p15:clr>
            <a:srgbClr val="FBAE40"/>
          </p15:clr>
        </p15:guide>
        <p15:guide id="7" orient="horz" pos="1404">
          <p15:clr>
            <a:srgbClr val="FBAE40"/>
          </p15:clr>
        </p15:guide>
        <p15:guide id="8" orient="horz" pos="99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ata Slide - Charts">
    <p:spTree>
      <p:nvGrpSpPr>
        <p:cNvPr id="1" name=""/>
        <p:cNvGrpSpPr/>
        <p:nvPr/>
      </p:nvGrpSpPr>
      <p:grpSpPr>
        <a:xfrm>
          <a:off x="0" y="0"/>
          <a:ext cx="0" cy="0"/>
          <a:chOff x="0" y="0"/>
          <a:chExt cx="0" cy="0"/>
        </a:xfrm>
      </p:grpSpPr>
      <p:sp>
        <p:nvSpPr>
          <p:cNvPr id="5" name="Chart Placeholder 6"/>
          <p:cNvSpPr>
            <a:spLocks noGrp="1"/>
          </p:cNvSpPr>
          <p:nvPr>
            <p:ph type="chart" sz="quarter" idx="11" hasCustomPrompt="1"/>
          </p:nvPr>
        </p:nvSpPr>
        <p:spPr>
          <a:xfrm>
            <a:off x="468313" y="2081080"/>
            <a:ext cx="1883539" cy="1436109"/>
          </a:xfrm>
          <a:prstGeom prst="rect">
            <a:avLst/>
          </a:prstGeom>
        </p:spPr>
        <p:txBody>
          <a:bodyPr vert="horz"/>
          <a:lstStyle>
            <a:lvl1pPr marL="0" indent="0">
              <a:buNone/>
              <a:defRPr sz="1200"/>
            </a:lvl1pPr>
          </a:lstStyle>
          <a:p>
            <a:r>
              <a:rPr lang="en-US"/>
              <a:t>Insert Chart</a:t>
            </a:r>
          </a:p>
        </p:txBody>
      </p:sp>
      <p:sp>
        <p:nvSpPr>
          <p:cNvPr id="10" name="Chart Placeholder 6"/>
          <p:cNvSpPr>
            <a:spLocks noGrp="1"/>
          </p:cNvSpPr>
          <p:nvPr>
            <p:ph type="chart" sz="quarter" idx="12" hasCustomPrompt="1"/>
          </p:nvPr>
        </p:nvSpPr>
        <p:spPr>
          <a:xfrm>
            <a:off x="6963599" y="2081080"/>
            <a:ext cx="1883539" cy="1436109"/>
          </a:xfrm>
          <a:prstGeom prst="rect">
            <a:avLst/>
          </a:prstGeom>
        </p:spPr>
        <p:txBody>
          <a:bodyPr vert="horz"/>
          <a:lstStyle>
            <a:lvl1pPr marL="0" indent="0">
              <a:buNone/>
              <a:defRPr sz="1200"/>
            </a:lvl1pPr>
          </a:lstStyle>
          <a:p>
            <a:r>
              <a:rPr lang="en-US"/>
              <a:t>Insert Chart</a:t>
            </a:r>
          </a:p>
        </p:txBody>
      </p:sp>
      <p:sp>
        <p:nvSpPr>
          <p:cNvPr id="11" name="Chart Placeholder 6"/>
          <p:cNvSpPr>
            <a:spLocks noGrp="1"/>
          </p:cNvSpPr>
          <p:nvPr>
            <p:ph type="chart" sz="quarter" idx="13" hasCustomPrompt="1"/>
          </p:nvPr>
        </p:nvSpPr>
        <p:spPr>
          <a:xfrm>
            <a:off x="4765926" y="2081080"/>
            <a:ext cx="1883539" cy="1436109"/>
          </a:xfrm>
          <a:prstGeom prst="rect">
            <a:avLst/>
          </a:prstGeom>
        </p:spPr>
        <p:txBody>
          <a:bodyPr vert="horz"/>
          <a:lstStyle>
            <a:lvl1pPr marL="0" indent="0">
              <a:buNone/>
              <a:defRPr sz="1200"/>
            </a:lvl1pPr>
          </a:lstStyle>
          <a:p>
            <a:r>
              <a:rPr lang="en-US"/>
              <a:t>Insert Chart</a:t>
            </a:r>
          </a:p>
        </p:txBody>
      </p:sp>
      <p:sp>
        <p:nvSpPr>
          <p:cNvPr id="12" name="Chart Placeholder 6"/>
          <p:cNvSpPr>
            <a:spLocks noGrp="1"/>
          </p:cNvSpPr>
          <p:nvPr>
            <p:ph type="chart" sz="quarter" idx="14" hasCustomPrompt="1"/>
          </p:nvPr>
        </p:nvSpPr>
        <p:spPr>
          <a:xfrm>
            <a:off x="2618059" y="2081080"/>
            <a:ext cx="1883539" cy="1436109"/>
          </a:xfrm>
          <a:prstGeom prst="rect">
            <a:avLst/>
          </a:prstGeom>
        </p:spPr>
        <p:txBody>
          <a:bodyPr vert="horz"/>
          <a:lstStyle>
            <a:lvl1pPr marL="0" indent="0">
              <a:buNone/>
              <a:defRPr sz="1200"/>
            </a:lvl1pPr>
          </a:lstStyle>
          <a:p>
            <a:r>
              <a:rPr lang="en-US"/>
              <a:t>Insert Chart</a:t>
            </a:r>
          </a:p>
        </p:txBody>
      </p:sp>
      <p:sp>
        <p:nvSpPr>
          <p:cNvPr id="15" name="Text Placeholder 8">
            <a:extLst>
              <a:ext uri="{FF2B5EF4-FFF2-40B4-BE49-F238E27FC236}">
                <a16:creationId xmlns:a16="http://schemas.microsoft.com/office/drawing/2014/main" id="{BBB32518-80C2-490A-8EDF-A9BC4D5EE087}"/>
              </a:ext>
            </a:extLst>
          </p:cNvPr>
          <p:cNvSpPr>
            <a:spLocks noGrp="1"/>
          </p:cNvSpPr>
          <p:nvPr>
            <p:ph type="body" sz="quarter" idx="10"/>
          </p:nvPr>
        </p:nvSpPr>
        <p:spPr>
          <a:xfrm>
            <a:off x="4078288" y="413132"/>
            <a:ext cx="4768850" cy="1286324"/>
          </a:xfrm>
        </p:spPr>
        <p:txBody>
          <a:bodyPr/>
          <a:lstStyle>
            <a:lvl1pPr>
              <a:buFont typeface="Arial" panose="020B0604020202020204" pitchFamily="34" charset="0"/>
              <a:buChar char="•"/>
              <a:defRPr sz="1600"/>
            </a:lvl1pPr>
          </a:lstStyle>
          <a:p>
            <a:pPr lvl="0"/>
            <a:r>
              <a:rPr lang="en-US"/>
              <a:t>Click to edit Master text styles</a:t>
            </a:r>
          </a:p>
        </p:txBody>
      </p:sp>
      <p:sp>
        <p:nvSpPr>
          <p:cNvPr id="4" name="Text Placeholder 3">
            <a:extLst>
              <a:ext uri="{FF2B5EF4-FFF2-40B4-BE49-F238E27FC236}">
                <a16:creationId xmlns:a16="http://schemas.microsoft.com/office/drawing/2014/main" id="{CEFD4793-29E8-C255-201E-B14E242DE00B}"/>
              </a:ext>
            </a:extLst>
          </p:cNvPr>
          <p:cNvSpPr>
            <a:spLocks noGrp="1"/>
          </p:cNvSpPr>
          <p:nvPr>
            <p:ph type="body" sz="quarter" idx="35"/>
          </p:nvPr>
        </p:nvSpPr>
        <p:spPr>
          <a:xfrm>
            <a:off x="452176" y="3652838"/>
            <a:ext cx="1903413" cy="682625"/>
          </a:xfrm>
        </p:spPr>
        <p:txBody>
          <a:bodyPr/>
          <a:lstStyle>
            <a:lvl1pPr>
              <a:buFont typeface="Arial" panose="020B0604020202020204" pitchFamily="34" charset="0"/>
              <a:buChar char="•"/>
              <a:defRPr sz="1400"/>
            </a:lvl1pPr>
          </a:lstStyle>
          <a:p>
            <a:pPr lvl="0"/>
            <a:r>
              <a:rPr lang="en-US"/>
              <a:t>Click to edit Master text styles</a:t>
            </a:r>
          </a:p>
        </p:txBody>
      </p:sp>
      <p:sp>
        <p:nvSpPr>
          <p:cNvPr id="7" name="Text Placeholder 6">
            <a:extLst>
              <a:ext uri="{FF2B5EF4-FFF2-40B4-BE49-F238E27FC236}">
                <a16:creationId xmlns:a16="http://schemas.microsoft.com/office/drawing/2014/main" id="{C27D937D-C1DF-8E97-86B9-5B2B366CDC21}"/>
              </a:ext>
            </a:extLst>
          </p:cNvPr>
          <p:cNvSpPr>
            <a:spLocks noGrp="1"/>
          </p:cNvSpPr>
          <p:nvPr>
            <p:ph type="body" sz="quarter" idx="36"/>
          </p:nvPr>
        </p:nvSpPr>
        <p:spPr>
          <a:xfrm>
            <a:off x="2623073" y="3652838"/>
            <a:ext cx="1898650" cy="688975"/>
          </a:xfrm>
        </p:spPr>
        <p:txBody>
          <a:bodyPr/>
          <a:lstStyle>
            <a:lvl1pPr>
              <a:buFont typeface="Arial" panose="020B0604020202020204" pitchFamily="34" charset="0"/>
              <a:buChar char="•"/>
              <a:defRPr sz="1400"/>
            </a:lvl1pPr>
          </a:lstStyle>
          <a:p>
            <a:pPr lvl="0"/>
            <a:r>
              <a:rPr lang="en-US"/>
              <a:t>Click to edit Master text styles</a:t>
            </a:r>
          </a:p>
        </p:txBody>
      </p:sp>
      <p:sp>
        <p:nvSpPr>
          <p:cNvPr id="9" name="Text Placeholder 8">
            <a:extLst>
              <a:ext uri="{FF2B5EF4-FFF2-40B4-BE49-F238E27FC236}">
                <a16:creationId xmlns:a16="http://schemas.microsoft.com/office/drawing/2014/main" id="{FE6AD15F-B268-1255-D9D8-0B454AC3A19A}"/>
              </a:ext>
            </a:extLst>
          </p:cNvPr>
          <p:cNvSpPr>
            <a:spLocks noGrp="1"/>
          </p:cNvSpPr>
          <p:nvPr>
            <p:ph type="body" sz="quarter" idx="37"/>
          </p:nvPr>
        </p:nvSpPr>
        <p:spPr>
          <a:xfrm>
            <a:off x="4778655" y="3652838"/>
            <a:ext cx="1893888" cy="712788"/>
          </a:xfrm>
        </p:spPr>
        <p:txBody>
          <a:bodyPr/>
          <a:lstStyle>
            <a:lvl1pPr>
              <a:buFont typeface="Arial" panose="020B0604020202020204" pitchFamily="34" charset="0"/>
              <a:buChar char="•"/>
              <a:defRPr sz="1400"/>
            </a:lvl1pPr>
          </a:lstStyle>
          <a:p>
            <a:pPr lvl="0"/>
            <a:r>
              <a:rPr lang="en-US"/>
              <a:t>Click to edit Master text styles</a:t>
            </a:r>
          </a:p>
        </p:txBody>
      </p:sp>
      <p:sp>
        <p:nvSpPr>
          <p:cNvPr id="17" name="Text Placeholder 16">
            <a:extLst>
              <a:ext uri="{FF2B5EF4-FFF2-40B4-BE49-F238E27FC236}">
                <a16:creationId xmlns:a16="http://schemas.microsoft.com/office/drawing/2014/main" id="{6839B973-B61B-DBEF-0780-D24C5D66F3C3}"/>
              </a:ext>
            </a:extLst>
          </p:cNvPr>
          <p:cNvSpPr>
            <a:spLocks noGrp="1"/>
          </p:cNvSpPr>
          <p:nvPr>
            <p:ph type="body" sz="quarter" idx="38"/>
          </p:nvPr>
        </p:nvSpPr>
        <p:spPr>
          <a:xfrm>
            <a:off x="6962775" y="3652838"/>
            <a:ext cx="1884799" cy="728662"/>
          </a:xfrm>
        </p:spPr>
        <p:txBody>
          <a:bodyPr/>
          <a:lstStyle>
            <a:lvl1pPr>
              <a:buFont typeface="Arial" panose="020B0604020202020204" pitchFamily="34" charset="0"/>
              <a:buChar char="•"/>
              <a:defRPr sz="1400"/>
            </a:lvl1pPr>
          </a:lstStyle>
          <a:p>
            <a:pPr lvl="0"/>
            <a:r>
              <a:rPr lang="en-US"/>
              <a:t>Click to edit Master text styles</a:t>
            </a:r>
          </a:p>
        </p:txBody>
      </p:sp>
      <p:sp>
        <p:nvSpPr>
          <p:cNvPr id="6" name="TextBox 5">
            <a:extLst>
              <a:ext uri="{FF2B5EF4-FFF2-40B4-BE49-F238E27FC236}">
                <a16:creationId xmlns:a16="http://schemas.microsoft.com/office/drawing/2014/main" id="{A6545109-91C5-45A6-3F76-A1835755197A}"/>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solidFill>
                  <a:schemeClr val="tx1"/>
                </a:solidFill>
              </a:rPr>
              <a:t>National Laboratory of the Rockies</a:t>
            </a:r>
            <a:r>
              <a:rPr lang="en-US" sz="750" baseline="0">
                <a:solidFill>
                  <a:schemeClr val="tx1"/>
                </a:solidFill>
              </a:rPr>
              <a:t>    </a:t>
            </a:r>
            <a:r>
              <a:rPr lang="en-US" sz="750">
                <a:solidFill>
                  <a:schemeClr val="tx1"/>
                </a:solidFill>
              </a:rPr>
              <a:t>|    </a:t>
            </a:r>
            <a:fld id="{BFD71CF8-5198-8441-A7C0-DC22FD64CBE4}" type="slidenum">
              <a:rPr lang="en-US" sz="750" smtClean="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solidFill>
                <a:schemeClr val="tx1"/>
              </a:solidFill>
            </a:endParaRPr>
          </a:p>
        </p:txBody>
      </p:sp>
      <p:sp>
        <p:nvSpPr>
          <p:cNvPr id="13" name="Rectangle 12">
            <a:extLst>
              <a:ext uri="{FF2B5EF4-FFF2-40B4-BE49-F238E27FC236}">
                <a16:creationId xmlns:a16="http://schemas.microsoft.com/office/drawing/2014/main" id="{EFB5148D-CC96-6B66-D719-8F5FFA944BE7}"/>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itle 20">
            <a:extLst>
              <a:ext uri="{FF2B5EF4-FFF2-40B4-BE49-F238E27FC236}">
                <a16:creationId xmlns:a16="http://schemas.microsoft.com/office/drawing/2014/main" id="{A0690749-C1C1-E3D1-F321-AA9565DBA9BA}"/>
              </a:ext>
            </a:extLst>
          </p:cNvPr>
          <p:cNvSpPr>
            <a:spLocks noGrp="1"/>
          </p:cNvSpPr>
          <p:nvPr>
            <p:ph type="title" hasCustomPrompt="1"/>
          </p:nvPr>
        </p:nvSpPr>
        <p:spPr>
          <a:xfrm>
            <a:off x="0" y="0"/>
            <a:ext cx="3666941" cy="1699454"/>
          </a:xfrm>
          <a:prstGeom prst="round2DiagRect">
            <a:avLst/>
          </a:prstGeom>
          <a:solidFill>
            <a:schemeClr val="tx2"/>
          </a:solidFill>
        </p:spPr>
        <p:txBody>
          <a:bodyPr anchor="ctr" anchorCtr="0"/>
          <a:lstStyle>
            <a:lvl1pPr algn="ctr">
              <a:lnSpc>
                <a:spcPct val="100000"/>
              </a:lnSpc>
              <a:defRPr sz="2500"/>
            </a:lvl1pPr>
          </a:lstStyle>
          <a:p>
            <a:r>
              <a:rPr lang="en-US" dirty="0"/>
              <a:t>Data Slide: Keep </a:t>
            </a:r>
            <a:br>
              <a:rPr lang="en-US" dirty="0"/>
            </a:br>
            <a:r>
              <a:rPr lang="en-US" dirty="0"/>
              <a:t>Title Concise</a:t>
            </a:r>
          </a:p>
        </p:txBody>
      </p:sp>
    </p:spTree>
    <p:extLst>
      <p:ext uri="{BB962C8B-B14F-4D97-AF65-F5344CB8AC3E}">
        <p14:creationId xmlns:p14="http://schemas.microsoft.com/office/powerpoint/2010/main" val="24826876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Slide - Infographic Large ">
    <p:spTree>
      <p:nvGrpSpPr>
        <p:cNvPr id="1" name=""/>
        <p:cNvGrpSpPr/>
        <p:nvPr/>
      </p:nvGrpSpPr>
      <p:grpSpPr>
        <a:xfrm>
          <a:off x="0" y="0"/>
          <a:ext cx="0" cy="0"/>
          <a:chOff x="0" y="0"/>
          <a:chExt cx="0" cy="0"/>
        </a:xfrm>
      </p:grpSpPr>
      <p:sp>
        <p:nvSpPr>
          <p:cNvPr id="29" name="Picture Placeholder 28"/>
          <p:cNvSpPr>
            <a:spLocks noGrp="1"/>
          </p:cNvSpPr>
          <p:nvPr>
            <p:ph type="pic" sz="quarter" idx="49" hasCustomPrompt="1"/>
          </p:nvPr>
        </p:nvSpPr>
        <p:spPr>
          <a:xfrm>
            <a:off x="0" y="0"/>
            <a:ext cx="9144000" cy="5143500"/>
          </a:xfrm>
        </p:spPr>
        <p:txBody>
          <a:bodyPr>
            <a:normAutofit/>
          </a:bodyPr>
          <a:lstStyle>
            <a:lvl1pPr marL="0" indent="0" algn="ctr">
              <a:buNone/>
              <a:defRPr sz="1600"/>
            </a:lvl1pPr>
          </a:lstStyle>
          <a:p>
            <a:r>
              <a:rPr lang="en-US" dirty="0"/>
              <a:t>                                                                             Insert a large image here</a:t>
            </a:r>
          </a:p>
        </p:txBody>
      </p:sp>
      <p:sp>
        <p:nvSpPr>
          <p:cNvPr id="16" name="Text Placeholder 6"/>
          <p:cNvSpPr>
            <a:spLocks noGrp="1"/>
          </p:cNvSpPr>
          <p:nvPr>
            <p:ph type="body" sz="quarter" idx="40"/>
          </p:nvPr>
        </p:nvSpPr>
        <p:spPr>
          <a:xfrm>
            <a:off x="0" y="2561212"/>
            <a:ext cx="9144000" cy="1983121"/>
          </a:xfrm>
          <a:prstGeom prst="rect">
            <a:avLst/>
          </a:prstGeom>
          <a:solidFill>
            <a:schemeClr val="bg2">
              <a:alpha val="85000"/>
            </a:schemeClr>
          </a:solidFill>
        </p:spPr>
        <p:txBody>
          <a:bodyPr vert="horz"/>
          <a:lstStyle>
            <a:lvl1pPr marL="0" indent="0" algn="ctr">
              <a:buNone/>
              <a:defRPr sz="100">
                <a:solidFill>
                  <a:srgbClr val="333333"/>
                </a:solidFill>
              </a:defRPr>
            </a:lvl1pPr>
          </a:lstStyle>
          <a:p>
            <a:pPr lvl="0"/>
            <a:r>
              <a:rPr lang="en-US"/>
              <a:t>Click to edit Master text styles</a:t>
            </a:r>
          </a:p>
        </p:txBody>
      </p:sp>
      <p:sp>
        <p:nvSpPr>
          <p:cNvPr id="33" name="Picture Placeholder 24"/>
          <p:cNvSpPr>
            <a:spLocks noGrp="1" noChangeAspect="1"/>
          </p:cNvSpPr>
          <p:nvPr>
            <p:ph type="pic" sz="quarter" idx="50" hasCustomPrompt="1"/>
          </p:nvPr>
        </p:nvSpPr>
        <p:spPr>
          <a:xfrm>
            <a:off x="490683" y="1962045"/>
            <a:ext cx="1291932" cy="1291928"/>
          </a:xfrm>
          <a:prstGeom prst="ellipse">
            <a:avLst/>
          </a:prstGeom>
          <a:solidFill>
            <a:schemeClr val="accent2"/>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dirty="0"/>
              <a:t>Insert icon</a:t>
            </a:r>
          </a:p>
        </p:txBody>
      </p:sp>
      <p:sp>
        <p:nvSpPr>
          <p:cNvPr id="35" name="Picture Placeholder 24"/>
          <p:cNvSpPr>
            <a:spLocks noGrp="1" noChangeAspect="1"/>
          </p:cNvSpPr>
          <p:nvPr>
            <p:ph type="pic" sz="quarter" idx="51" hasCustomPrompt="1"/>
          </p:nvPr>
        </p:nvSpPr>
        <p:spPr>
          <a:xfrm>
            <a:off x="2239612" y="1962045"/>
            <a:ext cx="1291932" cy="1291928"/>
          </a:xfrm>
          <a:prstGeom prst="ellipse">
            <a:avLst/>
          </a:prstGeom>
          <a:solidFill>
            <a:schemeClr val="accent2"/>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
        <p:nvSpPr>
          <p:cNvPr id="36" name="Picture Placeholder 24"/>
          <p:cNvSpPr>
            <a:spLocks noGrp="1" noChangeAspect="1"/>
          </p:cNvSpPr>
          <p:nvPr>
            <p:ph type="pic" sz="quarter" idx="52" hasCustomPrompt="1"/>
          </p:nvPr>
        </p:nvSpPr>
        <p:spPr>
          <a:xfrm>
            <a:off x="3926034" y="1962045"/>
            <a:ext cx="1291932" cy="1291928"/>
          </a:xfrm>
          <a:prstGeom prst="ellipse">
            <a:avLst/>
          </a:prstGeom>
          <a:solidFill>
            <a:schemeClr val="accent2"/>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
        <p:nvSpPr>
          <p:cNvPr id="37" name="Picture Placeholder 24"/>
          <p:cNvSpPr>
            <a:spLocks noGrp="1" noChangeAspect="1"/>
          </p:cNvSpPr>
          <p:nvPr>
            <p:ph type="pic" sz="quarter" idx="53" hasCustomPrompt="1"/>
          </p:nvPr>
        </p:nvSpPr>
        <p:spPr>
          <a:xfrm>
            <a:off x="5675688" y="1962045"/>
            <a:ext cx="1291932" cy="1291928"/>
          </a:xfrm>
          <a:prstGeom prst="ellipse">
            <a:avLst/>
          </a:prstGeom>
          <a:solidFill>
            <a:schemeClr val="accent2"/>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
        <p:nvSpPr>
          <p:cNvPr id="38" name="Picture Placeholder 24"/>
          <p:cNvSpPr>
            <a:spLocks noGrp="1" noChangeAspect="1"/>
          </p:cNvSpPr>
          <p:nvPr>
            <p:ph type="pic" sz="quarter" idx="54" hasCustomPrompt="1"/>
          </p:nvPr>
        </p:nvSpPr>
        <p:spPr>
          <a:xfrm>
            <a:off x="7336601" y="1962045"/>
            <a:ext cx="1291932" cy="1291928"/>
          </a:xfrm>
          <a:prstGeom prst="ellipse">
            <a:avLst/>
          </a:prstGeom>
          <a:solidFill>
            <a:schemeClr val="accent2"/>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
        <p:nvSpPr>
          <p:cNvPr id="27" name="Text Placeholder 2">
            <a:extLst>
              <a:ext uri="{FF2B5EF4-FFF2-40B4-BE49-F238E27FC236}">
                <a16:creationId xmlns:a16="http://schemas.microsoft.com/office/drawing/2014/main" id="{05006D69-EA13-4B2D-9C01-B58C39377031}"/>
              </a:ext>
            </a:extLst>
          </p:cNvPr>
          <p:cNvSpPr>
            <a:spLocks noGrp="1"/>
          </p:cNvSpPr>
          <p:nvPr>
            <p:ph type="body" sz="quarter" idx="13" hasCustomPrompt="1"/>
          </p:nvPr>
        </p:nvSpPr>
        <p:spPr>
          <a:xfrm>
            <a:off x="465438" y="4881562"/>
            <a:ext cx="1645125" cy="113857"/>
          </a:xfrm>
        </p:spPr>
        <p:txBody>
          <a:bodyPr lIns="0" tIns="0" rIns="0" bIns="0">
            <a:noAutofit/>
          </a:bodyPr>
          <a:lstStyle>
            <a:lvl1pPr marL="0" indent="0">
              <a:buNone/>
              <a:defRPr sz="600" i="1">
                <a:solidFill>
                  <a:srgbClr val="CBCBCB"/>
                </a:solidFill>
              </a:defRPr>
            </a:lvl1pPr>
            <a:lvl2pPr marL="233362" indent="0">
              <a:buNone/>
              <a:defRPr sz="700">
                <a:solidFill>
                  <a:schemeClr val="tx1">
                    <a:lumMod val="20000"/>
                    <a:lumOff val="80000"/>
                  </a:schemeClr>
                </a:solidFill>
              </a:defRPr>
            </a:lvl2pPr>
            <a:lvl3pPr marL="458787" indent="0">
              <a:buNone/>
              <a:defRPr sz="700">
                <a:solidFill>
                  <a:schemeClr val="tx1">
                    <a:lumMod val="20000"/>
                    <a:lumOff val="80000"/>
                  </a:schemeClr>
                </a:solidFill>
              </a:defRPr>
            </a:lvl3pPr>
            <a:lvl4pPr marL="688975" indent="0">
              <a:buNone/>
              <a:defRPr sz="700">
                <a:solidFill>
                  <a:schemeClr val="tx1">
                    <a:lumMod val="20000"/>
                    <a:lumOff val="80000"/>
                  </a:schemeClr>
                </a:solidFill>
              </a:defRPr>
            </a:lvl4pPr>
            <a:lvl5pPr marL="914400" indent="0">
              <a:buNone/>
              <a:defRPr sz="700">
                <a:solidFill>
                  <a:schemeClr val="tx1">
                    <a:lumMod val="20000"/>
                    <a:lumOff val="80000"/>
                  </a:schemeClr>
                </a:solidFill>
              </a:defRPr>
            </a:lvl5pPr>
          </a:lstStyle>
          <a:p>
            <a:pPr lvl="0"/>
            <a:r>
              <a:rPr lang="en-US"/>
              <a:t>Photo/Image Credit</a:t>
            </a:r>
          </a:p>
        </p:txBody>
      </p:sp>
      <p:sp>
        <p:nvSpPr>
          <p:cNvPr id="25" name="Text Placeholder 3"/>
          <p:cNvSpPr>
            <a:spLocks noGrp="1"/>
          </p:cNvSpPr>
          <p:nvPr>
            <p:ph type="body" sz="quarter" idx="47" hasCustomPrompt="1"/>
          </p:nvPr>
        </p:nvSpPr>
        <p:spPr>
          <a:xfrm>
            <a:off x="7336601" y="3793135"/>
            <a:ext cx="1336675" cy="570668"/>
          </a:xfrm>
          <a:prstGeom prst="rect">
            <a:avLst/>
          </a:prstGeom>
          <a:ln>
            <a:noFill/>
          </a:ln>
        </p:spPr>
        <p:txBody>
          <a:bodyPr vert="horz" lIns="0" tIns="0" rIns="0" bIns="0">
            <a:normAutofit/>
          </a:bodyPr>
          <a:lstStyle>
            <a:lvl1pPr marL="0" indent="0" algn="ctr">
              <a:buNone/>
              <a:defRPr sz="10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26" name="Text Placeholder 17"/>
          <p:cNvSpPr>
            <a:spLocks noGrp="1"/>
          </p:cNvSpPr>
          <p:nvPr>
            <p:ph type="body" sz="quarter" idx="48" hasCustomPrompt="1"/>
          </p:nvPr>
        </p:nvSpPr>
        <p:spPr>
          <a:xfrm>
            <a:off x="7336602" y="3389856"/>
            <a:ext cx="1336675" cy="326535"/>
          </a:xfrm>
          <a:prstGeom prst="rect">
            <a:avLst/>
          </a:prstGeom>
        </p:spPr>
        <p:txBody>
          <a:bodyPr vert="horz" lIns="0" tIns="0" rIns="0" bIns="0">
            <a:normAutofit/>
          </a:bodyPr>
          <a:lstStyle>
            <a:lvl1pPr marL="0" indent="0" algn="ctr">
              <a:buNone/>
              <a:defRPr sz="14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3" name="Text Placeholder 3"/>
          <p:cNvSpPr>
            <a:spLocks noGrp="1"/>
          </p:cNvSpPr>
          <p:nvPr>
            <p:ph type="body" sz="quarter" idx="45" hasCustomPrompt="1"/>
          </p:nvPr>
        </p:nvSpPr>
        <p:spPr>
          <a:xfrm>
            <a:off x="5655659" y="3793135"/>
            <a:ext cx="1336675" cy="570668"/>
          </a:xfrm>
          <a:prstGeom prst="rect">
            <a:avLst/>
          </a:prstGeom>
          <a:ln>
            <a:noFill/>
          </a:ln>
        </p:spPr>
        <p:txBody>
          <a:bodyPr vert="horz" lIns="0" tIns="0" rIns="0" bIns="0">
            <a:normAutofit/>
          </a:bodyPr>
          <a:lstStyle>
            <a:lvl1pPr marL="0" indent="0" algn="ctr">
              <a:buNone/>
              <a:defRPr sz="10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24" name="Text Placeholder 17"/>
          <p:cNvSpPr>
            <a:spLocks noGrp="1"/>
          </p:cNvSpPr>
          <p:nvPr>
            <p:ph type="body" sz="quarter" idx="46" hasCustomPrompt="1"/>
          </p:nvPr>
        </p:nvSpPr>
        <p:spPr>
          <a:xfrm>
            <a:off x="5655660" y="3389856"/>
            <a:ext cx="1336675" cy="326535"/>
          </a:xfrm>
          <a:prstGeom prst="rect">
            <a:avLst/>
          </a:prstGeom>
        </p:spPr>
        <p:txBody>
          <a:bodyPr vert="horz" lIns="0" tIns="0" rIns="0" bIns="0">
            <a:normAutofit/>
          </a:bodyPr>
          <a:lstStyle>
            <a:lvl1pPr marL="0" indent="0" algn="ctr">
              <a:buNone/>
              <a:defRPr sz="14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1" name="Text Placeholder 3"/>
          <p:cNvSpPr>
            <a:spLocks noGrp="1"/>
          </p:cNvSpPr>
          <p:nvPr>
            <p:ph type="body" sz="quarter" idx="43" hasCustomPrompt="1"/>
          </p:nvPr>
        </p:nvSpPr>
        <p:spPr>
          <a:xfrm>
            <a:off x="3931141" y="3793135"/>
            <a:ext cx="1336675" cy="570668"/>
          </a:xfrm>
          <a:prstGeom prst="rect">
            <a:avLst/>
          </a:prstGeom>
          <a:ln>
            <a:noFill/>
          </a:ln>
        </p:spPr>
        <p:txBody>
          <a:bodyPr vert="horz" lIns="0" tIns="0" rIns="0" bIns="0">
            <a:normAutofit/>
          </a:bodyPr>
          <a:lstStyle>
            <a:lvl1pPr marL="0" indent="0" algn="ctr">
              <a:buNone/>
              <a:defRPr sz="10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22" name="Text Placeholder 17"/>
          <p:cNvSpPr>
            <a:spLocks noGrp="1"/>
          </p:cNvSpPr>
          <p:nvPr>
            <p:ph type="body" sz="quarter" idx="44" hasCustomPrompt="1"/>
          </p:nvPr>
        </p:nvSpPr>
        <p:spPr>
          <a:xfrm>
            <a:off x="3931142" y="3389856"/>
            <a:ext cx="1336675" cy="326535"/>
          </a:xfrm>
          <a:prstGeom prst="rect">
            <a:avLst/>
          </a:prstGeom>
        </p:spPr>
        <p:txBody>
          <a:bodyPr vert="horz" lIns="0" tIns="0" rIns="0" bIns="0">
            <a:normAutofit/>
          </a:bodyPr>
          <a:lstStyle>
            <a:lvl1pPr marL="0" indent="0" algn="ctr">
              <a:buNone/>
              <a:defRPr sz="14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19" name="Text Placeholder 3"/>
          <p:cNvSpPr>
            <a:spLocks noGrp="1"/>
          </p:cNvSpPr>
          <p:nvPr>
            <p:ph type="body" sz="quarter" idx="41" hasCustomPrompt="1"/>
          </p:nvPr>
        </p:nvSpPr>
        <p:spPr>
          <a:xfrm>
            <a:off x="2194869" y="3793135"/>
            <a:ext cx="1336675" cy="570668"/>
          </a:xfrm>
          <a:prstGeom prst="rect">
            <a:avLst/>
          </a:prstGeom>
          <a:ln>
            <a:noFill/>
          </a:ln>
        </p:spPr>
        <p:txBody>
          <a:bodyPr vert="horz" lIns="0" tIns="0" rIns="0" bIns="0">
            <a:normAutofit/>
          </a:bodyPr>
          <a:lstStyle>
            <a:lvl1pPr marL="0" indent="0" algn="ctr">
              <a:buNone/>
              <a:defRPr sz="10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20" name="Text Placeholder 17"/>
          <p:cNvSpPr>
            <a:spLocks noGrp="1"/>
          </p:cNvSpPr>
          <p:nvPr>
            <p:ph type="body" sz="quarter" idx="42" hasCustomPrompt="1"/>
          </p:nvPr>
        </p:nvSpPr>
        <p:spPr>
          <a:xfrm>
            <a:off x="2194870" y="3389856"/>
            <a:ext cx="1336675" cy="326535"/>
          </a:xfrm>
          <a:prstGeom prst="rect">
            <a:avLst/>
          </a:prstGeom>
        </p:spPr>
        <p:txBody>
          <a:bodyPr vert="horz" lIns="0" tIns="0" rIns="0" bIns="0">
            <a:normAutofit/>
          </a:bodyPr>
          <a:lstStyle>
            <a:lvl1pPr marL="0" indent="0" algn="ctr">
              <a:buNone/>
              <a:defRPr sz="14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8" name="Text Placeholder 8">
            <a:extLst>
              <a:ext uri="{FF2B5EF4-FFF2-40B4-BE49-F238E27FC236}">
                <a16:creationId xmlns:a16="http://schemas.microsoft.com/office/drawing/2014/main" id="{EF547DDC-F696-4D14-A37E-2EF7474AC2BE}"/>
              </a:ext>
            </a:extLst>
          </p:cNvPr>
          <p:cNvSpPr>
            <a:spLocks noGrp="1"/>
          </p:cNvSpPr>
          <p:nvPr>
            <p:ph type="body" sz="quarter" idx="10" hasCustomPrompt="1"/>
          </p:nvPr>
        </p:nvSpPr>
        <p:spPr>
          <a:xfrm>
            <a:off x="468313" y="3389856"/>
            <a:ext cx="1336675" cy="326535"/>
          </a:xfrm>
        </p:spPr>
        <p:txBody>
          <a:bodyPr lIns="0" tIns="0" rIns="0" bIns="0">
            <a:normAutofit/>
          </a:bodyPr>
          <a:lstStyle>
            <a:lvl1pPr marL="0" indent="0" algn="ctr">
              <a:buNone/>
              <a:defRPr sz="1400"/>
            </a:lvl1pPr>
          </a:lstStyle>
          <a:p>
            <a:pPr lvl="0"/>
            <a:r>
              <a:rPr lang="en-US"/>
              <a:t>Emphasis Text</a:t>
            </a:r>
          </a:p>
        </p:txBody>
      </p:sp>
      <p:sp>
        <p:nvSpPr>
          <p:cNvPr id="30" name="Text Placeholder 8">
            <a:extLst>
              <a:ext uri="{FF2B5EF4-FFF2-40B4-BE49-F238E27FC236}">
                <a16:creationId xmlns:a16="http://schemas.microsoft.com/office/drawing/2014/main" id="{1D542F68-27CA-4381-B06E-F293CB59986F}"/>
              </a:ext>
            </a:extLst>
          </p:cNvPr>
          <p:cNvSpPr>
            <a:spLocks noGrp="1"/>
          </p:cNvSpPr>
          <p:nvPr>
            <p:ph type="body" sz="quarter" idx="12" hasCustomPrompt="1"/>
          </p:nvPr>
        </p:nvSpPr>
        <p:spPr>
          <a:xfrm>
            <a:off x="468314" y="3793136"/>
            <a:ext cx="1336674" cy="570668"/>
          </a:xfrm>
        </p:spPr>
        <p:txBody>
          <a:bodyPr lIns="0" tIns="0" rIns="0" bIns="0">
            <a:normAutofit/>
          </a:bodyPr>
          <a:lstStyle>
            <a:lvl1pPr marL="0" indent="0" algn="ctr">
              <a:buNone/>
              <a:defRPr sz="1000"/>
            </a:lvl1pPr>
            <a:lvl2pPr>
              <a:defRPr sz="1200"/>
            </a:lvl2pPr>
            <a:lvl3pPr>
              <a:defRPr sz="1200"/>
            </a:lvl3pPr>
            <a:lvl4pPr>
              <a:defRPr sz="1200"/>
            </a:lvl4pPr>
            <a:lvl5pPr>
              <a:defRPr sz="1200"/>
            </a:lvl5pPr>
          </a:lstStyle>
          <a:p>
            <a:pPr lvl="0"/>
            <a:r>
              <a:rPr lang="en-US"/>
              <a:t>Infographic information goes here</a:t>
            </a:r>
          </a:p>
        </p:txBody>
      </p:sp>
      <p:sp>
        <p:nvSpPr>
          <p:cNvPr id="3" name="TextBox 2">
            <a:extLst>
              <a:ext uri="{FF2B5EF4-FFF2-40B4-BE49-F238E27FC236}">
                <a16:creationId xmlns:a16="http://schemas.microsoft.com/office/drawing/2014/main" id="{C940390E-E1C4-AA93-CA32-9ED58E9ED9C2}"/>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solidFill>
                  <a:schemeClr val="tx1"/>
                </a:solidFill>
              </a:rPr>
              <a:t>National Laboratory of the Rockies</a:t>
            </a:r>
            <a:r>
              <a:rPr lang="en-US" sz="750" baseline="0">
                <a:solidFill>
                  <a:schemeClr val="tx1"/>
                </a:solidFill>
              </a:rPr>
              <a:t>    </a:t>
            </a:r>
            <a:r>
              <a:rPr lang="en-US" sz="750">
                <a:solidFill>
                  <a:schemeClr val="tx1"/>
                </a:solidFill>
              </a:rPr>
              <a:t>|    </a:t>
            </a:r>
            <a:fld id="{BFD71CF8-5198-8441-A7C0-DC22FD64CBE4}" type="slidenum">
              <a:rPr lang="en-US" sz="750" smtClean="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solidFill>
                <a:schemeClr val="tx1"/>
              </a:solidFill>
            </a:endParaRPr>
          </a:p>
        </p:txBody>
      </p:sp>
      <p:sp>
        <p:nvSpPr>
          <p:cNvPr id="2" name="Rectangle 1">
            <a:extLst>
              <a:ext uri="{FF2B5EF4-FFF2-40B4-BE49-F238E27FC236}">
                <a16:creationId xmlns:a16="http://schemas.microsoft.com/office/drawing/2014/main" id="{82A4C71E-9E5F-4F4F-7AEF-CBB480B619BF}"/>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itle 20">
            <a:extLst>
              <a:ext uri="{FF2B5EF4-FFF2-40B4-BE49-F238E27FC236}">
                <a16:creationId xmlns:a16="http://schemas.microsoft.com/office/drawing/2014/main" id="{FF005CC3-0EB6-6C47-48C5-0A781A3D82AF}"/>
              </a:ext>
            </a:extLst>
          </p:cNvPr>
          <p:cNvSpPr>
            <a:spLocks noGrp="1"/>
          </p:cNvSpPr>
          <p:nvPr>
            <p:ph type="title" hasCustomPrompt="1"/>
          </p:nvPr>
        </p:nvSpPr>
        <p:spPr>
          <a:xfrm>
            <a:off x="0" y="0"/>
            <a:ext cx="3666941" cy="1699454"/>
          </a:xfrm>
          <a:prstGeom prst="round2DiagRect">
            <a:avLst/>
          </a:prstGeom>
          <a:solidFill>
            <a:schemeClr val="tx2"/>
          </a:solidFill>
        </p:spPr>
        <p:txBody>
          <a:bodyPr anchor="ctr" anchorCtr="0"/>
          <a:lstStyle>
            <a:lvl1pPr algn="ctr">
              <a:lnSpc>
                <a:spcPct val="100000"/>
              </a:lnSpc>
              <a:defRPr sz="2500"/>
            </a:lvl1pPr>
          </a:lstStyle>
          <a:p>
            <a:r>
              <a:rPr lang="en-US" dirty="0"/>
              <a:t>Messaging + Blue Infographic Content</a:t>
            </a:r>
          </a:p>
        </p:txBody>
      </p:sp>
    </p:spTree>
    <p:extLst>
      <p:ext uri="{BB962C8B-B14F-4D97-AF65-F5344CB8AC3E}">
        <p14:creationId xmlns:p14="http://schemas.microsoft.com/office/powerpoint/2010/main" val="130024953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Slide - Half Photo">
    <p:spTree>
      <p:nvGrpSpPr>
        <p:cNvPr id="1" name=""/>
        <p:cNvGrpSpPr/>
        <p:nvPr/>
      </p:nvGrpSpPr>
      <p:grpSpPr>
        <a:xfrm>
          <a:off x="0" y="0"/>
          <a:ext cx="0" cy="0"/>
          <a:chOff x="0" y="0"/>
          <a:chExt cx="0" cy="0"/>
        </a:xfrm>
      </p:grpSpPr>
      <p:sp>
        <p:nvSpPr>
          <p:cNvPr id="3" name="Picture Placeholder 2"/>
          <p:cNvSpPr>
            <a:spLocks noGrp="1"/>
          </p:cNvSpPr>
          <p:nvPr>
            <p:ph type="pic" sz="quarter" idx="49" hasCustomPrompt="1"/>
          </p:nvPr>
        </p:nvSpPr>
        <p:spPr>
          <a:xfrm>
            <a:off x="7257" y="883"/>
            <a:ext cx="9144000" cy="2682875"/>
          </a:xfrm>
          <a:solidFill>
            <a:srgbClr val="EFEFEF"/>
          </a:solidFill>
        </p:spPr>
        <p:txBody>
          <a:bodyPr>
            <a:normAutofit/>
          </a:bodyPr>
          <a:lstStyle>
            <a:lvl1pPr marL="0" indent="0" algn="ctr">
              <a:buNone/>
              <a:defRPr sz="1600"/>
            </a:lvl1pPr>
          </a:lstStyle>
          <a:p>
            <a:r>
              <a:rPr lang="en-US"/>
              <a:t>Insert a large image here</a:t>
            </a:r>
          </a:p>
        </p:txBody>
      </p:sp>
      <p:sp>
        <p:nvSpPr>
          <p:cNvPr id="4" name="Title 3">
            <a:extLst>
              <a:ext uri="{FF2B5EF4-FFF2-40B4-BE49-F238E27FC236}">
                <a16:creationId xmlns:a16="http://schemas.microsoft.com/office/drawing/2014/main" id="{CB1A5A8C-3602-598A-D6BE-C1EEEA316B2B}"/>
              </a:ext>
            </a:extLst>
          </p:cNvPr>
          <p:cNvSpPr>
            <a:spLocks noGrp="1"/>
          </p:cNvSpPr>
          <p:nvPr>
            <p:ph type="title" hasCustomPrompt="1"/>
          </p:nvPr>
        </p:nvSpPr>
        <p:spPr>
          <a:xfrm>
            <a:off x="0" y="2082799"/>
            <a:ext cx="4494809" cy="600959"/>
          </a:xfrm>
          <a:prstGeom prst="round1Rect">
            <a:avLst/>
          </a:prstGeom>
          <a:solidFill>
            <a:schemeClr val="tx2"/>
          </a:solidFill>
        </p:spPr>
        <p:txBody>
          <a:bodyPr lIns="274320" anchor="ctr"/>
          <a:lstStyle>
            <a:lvl1pPr algn="l">
              <a:defRPr sz="2500"/>
            </a:lvl1pPr>
          </a:lstStyle>
          <a:p>
            <a:r>
              <a:rPr lang="en-US" dirty="0"/>
              <a:t>Title here</a:t>
            </a:r>
          </a:p>
        </p:txBody>
      </p:sp>
      <p:sp>
        <p:nvSpPr>
          <p:cNvPr id="6" name="Text Placeholder 5">
            <a:extLst>
              <a:ext uri="{FF2B5EF4-FFF2-40B4-BE49-F238E27FC236}">
                <a16:creationId xmlns:a16="http://schemas.microsoft.com/office/drawing/2014/main" id="{043CE4DC-F9C6-A43C-28C6-13011655AA6B}"/>
              </a:ext>
            </a:extLst>
          </p:cNvPr>
          <p:cNvSpPr>
            <a:spLocks noGrp="1"/>
          </p:cNvSpPr>
          <p:nvPr>
            <p:ph type="body" sz="quarter" idx="50"/>
          </p:nvPr>
        </p:nvSpPr>
        <p:spPr>
          <a:xfrm>
            <a:off x="456644" y="2945885"/>
            <a:ext cx="4038166" cy="1780494"/>
          </a:xfrm>
        </p:spPr>
        <p:txBody>
          <a:bodyPr/>
          <a:lstStyle>
            <a:lvl1pPr>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5">
            <a:extLst>
              <a:ext uri="{FF2B5EF4-FFF2-40B4-BE49-F238E27FC236}">
                <a16:creationId xmlns:a16="http://schemas.microsoft.com/office/drawing/2014/main" id="{5F18EFF9-E0AC-CC7E-2764-B29737D0FE57}"/>
              </a:ext>
            </a:extLst>
          </p:cNvPr>
          <p:cNvSpPr>
            <a:spLocks noGrp="1"/>
          </p:cNvSpPr>
          <p:nvPr>
            <p:ph type="body" sz="quarter" idx="51"/>
          </p:nvPr>
        </p:nvSpPr>
        <p:spPr>
          <a:xfrm>
            <a:off x="4788724" y="2945885"/>
            <a:ext cx="4038166" cy="1780494"/>
          </a:xfrm>
        </p:spPr>
        <p:txBody>
          <a:bodyPr/>
          <a:lstStyle>
            <a:lvl1pPr>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a:extLst>
              <a:ext uri="{FF2B5EF4-FFF2-40B4-BE49-F238E27FC236}">
                <a16:creationId xmlns:a16="http://schemas.microsoft.com/office/drawing/2014/main" id="{9B8DDF63-B0C1-97B0-7607-7753AB3540E3}"/>
              </a:ext>
            </a:extLst>
          </p:cNvPr>
          <p:cNvSpPr>
            <a:spLocks noGrp="1"/>
          </p:cNvSpPr>
          <p:nvPr>
            <p:ph type="body" sz="quarter" idx="52" hasCustomPrompt="1"/>
          </p:nvPr>
        </p:nvSpPr>
        <p:spPr>
          <a:xfrm>
            <a:off x="456644" y="4889633"/>
            <a:ext cx="2311525" cy="151020"/>
          </a:xfrm>
        </p:spPr>
        <p:txBody>
          <a:bodyPr>
            <a:noAutofit/>
          </a:bodyPr>
          <a:lstStyle>
            <a:lvl1pPr marL="0" indent="0">
              <a:buNone/>
              <a:defRPr sz="600" i="1">
                <a:solidFill>
                  <a:srgbClr val="CBCBCB"/>
                </a:solidFill>
              </a:defRPr>
            </a:lvl1pPr>
          </a:lstStyle>
          <a:p>
            <a:pPr lvl="0"/>
            <a:r>
              <a:rPr lang="en-US"/>
              <a:t>Photo/Image Credit</a:t>
            </a:r>
          </a:p>
        </p:txBody>
      </p:sp>
      <p:sp>
        <p:nvSpPr>
          <p:cNvPr id="5" name="TextBox 4">
            <a:extLst>
              <a:ext uri="{FF2B5EF4-FFF2-40B4-BE49-F238E27FC236}">
                <a16:creationId xmlns:a16="http://schemas.microsoft.com/office/drawing/2014/main" id="{12972765-270E-31B1-47C6-BD7C04EAF619}"/>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solidFill>
                  <a:schemeClr val="tx1"/>
                </a:solidFill>
              </a:rPr>
              <a:t>National Laboratory of the Rockies</a:t>
            </a:r>
            <a:r>
              <a:rPr lang="en-US" sz="750" baseline="0">
                <a:solidFill>
                  <a:schemeClr val="tx1"/>
                </a:solidFill>
              </a:rPr>
              <a:t>    </a:t>
            </a:r>
            <a:r>
              <a:rPr lang="en-US" sz="750">
                <a:solidFill>
                  <a:schemeClr val="tx1"/>
                </a:solidFill>
              </a:rPr>
              <a:t>|    </a:t>
            </a:r>
            <a:fld id="{BFD71CF8-5198-8441-A7C0-DC22FD64CBE4}" type="slidenum">
              <a:rPr lang="en-US" sz="750" smtClean="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solidFill>
                <a:schemeClr val="tx1"/>
              </a:solidFill>
            </a:endParaRPr>
          </a:p>
        </p:txBody>
      </p:sp>
    </p:spTree>
    <p:extLst>
      <p:ext uri="{BB962C8B-B14F-4D97-AF65-F5344CB8AC3E}">
        <p14:creationId xmlns:p14="http://schemas.microsoft.com/office/powerpoint/2010/main" val="2780762241"/>
      </p:ext>
    </p:extLst>
  </p:cSld>
  <p:clrMapOvr>
    <a:masterClrMapping/>
  </p:clrMapOvr>
  <p:extLst>
    <p:ext uri="{DCECCB84-F9BA-43D5-87BE-67443E8EF086}">
      <p15:sldGuideLst xmlns:p15="http://schemas.microsoft.com/office/powerpoint/2012/main">
        <p15:guide id="1" pos="28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Slide - Half Blue - Half Phot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3C7420-D1E3-2748-83F1-0C3F1C99A95C}"/>
              </a:ext>
            </a:extLst>
          </p:cNvPr>
          <p:cNvSpPr/>
          <p:nvPr userDrawn="1"/>
        </p:nvSpPr>
        <p:spPr>
          <a:xfrm>
            <a:off x="0" y="3205163"/>
            <a:ext cx="9144000" cy="193905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p:nvPr>
        </p:nvSpPr>
        <p:spPr>
          <a:xfrm>
            <a:off x="0" y="0"/>
            <a:ext cx="9144000" cy="3205163"/>
          </a:xfrm>
          <a:solidFill>
            <a:srgbClr val="EFEFEF"/>
          </a:solidFill>
        </p:spPr>
        <p:txBody>
          <a:bodyPr>
            <a:normAutofit/>
          </a:bodyPr>
          <a:lstStyle>
            <a:lvl1pPr marL="0" indent="0" algn="ctr">
              <a:buNone/>
              <a:defRPr sz="1600"/>
            </a:lvl1pPr>
          </a:lstStyle>
          <a:p>
            <a:r>
              <a:rPr lang="en-US"/>
              <a:t>Click icon to add picture</a:t>
            </a:r>
            <a:endParaRPr lang="en-US" dirty="0"/>
          </a:p>
        </p:txBody>
      </p:sp>
      <p:sp>
        <p:nvSpPr>
          <p:cNvPr id="11" name="Title 10">
            <a:extLst>
              <a:ext uri="{FF2B5EF4-FFF2-40B4-BE49-F238E27FC236}">
                <a16:creationId xmlns:a16="http://schemas.microsoft.com/office/drawing/2014/main" id="{D2CA1365-BAC8-78C8-B53B-C8BF3C8FBDE1}"/>
              </a:ext>
            </a:extLst>
          </p:cNvPr>
          <p:cNvSpPr>
            <a:spLocks noGrp="1"/>
          </p:cNvSpPr>
          <p:nvPr>
            <p:ph type="title"/>
          </p:nvPr>
        </p:nvSpPr>
        <p:spPr>
          <a:xfrm>
            <a:off x="456644" y="3542888"/>
            <a:ext cx="3331029" cy="1110342"/>
          </a:xfrm>
          <a:prstGeom prst="rect">
            <a:avLst/>
          </a:prstGeom>
          <a:noFill/>
        </p:spPr>
        <p:txBody>
          <a:bodyPr lIns="0" tIns="0" rIns="0" bIns="0" anchor="t" anchorCtr="0"/>
          <a:lstStyle>
            <a:lvl1pPr algn="l">
              <a:defRPr sz="2500" b="0" i="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 name="TextBox 1">
            <a:extLst>
              <a:ext uri="{FF2B5EF4-FFF2-40B4-BE49-F238E27FC236}">
                <a16:creationId xmlns:a16="http://schemas.microsoft.com/office/drawing/2014/main" id="{06F16797-31E5-332D-8BC8-939C4AAC29EC}"/>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solidFill>
                  <a:schemeClr val="bg1"/>
                </a:solidFill>
              </a:rPr>
              <a:t>National Laboratory of the Rockies</a:t>
            </a:r>
            <a:r>
              <a:rPr lang="en-US" sz="750" baseline="0">
                <a:solidFill>
                  <a:schemeClr val="bg1"/>
                </a:solidFill>
              </a:rPr>
              <a:t>    </a:t>
            </a:r>
            <a:r>
              <a:rPr lang="en-US" sz="750">
                <a:solidFill>
                  <a:schemeClr val="bg1"/>
                </a:solidFill>
              </a:rPr>
              <a:t>|    </a:t>
            </a:r>
            <a:fld id="{BFD71CF8-5198-8441-A7C0-DC22FD64CBE4}" type="slidenum">
              <a:rPr lang="en-US" sz="750" smtClean="0">
                <a:solidFill>
                  <a:schemeClr val="bg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solidFill>
                <a:schemeClr val="bg1"/>
              </a:solidFill>
            </a:endParaRPr>
          </a:p>
        </p:txBody>
      </p:sp>
      <p:sp>
        <p:nvSpPr>
          <p:cNvPr id="13" name="Text Placeholder 5">
            <a:extLst>
              <a:ext uri="{FF2B5EF4-FFF2-40B4-BE49-F238E27FC236}">
                <a16:creationId xmlns:a16="http://schemas.microsoft.com/office/drawing/2014/main" id="{1A63C524-155C-BBFE-66FC-89BCF27678AA}"/>
              </a:ext>
            </a:extLst>
          </p:cNvPr>
          <p:cNvSpPr>
            <a:spLocks noGrp="1"/>
          </p:cNvSpPr>
          <p:nvPr>
            <p:ph type="body" sz="quarter" idx="51"/>
          </p:nvPr>
        </p:nvSpPr>
        <p:spPr>
          <a:xfrm>
            <a:off x="4105535" y="3536242"/>
            <a:ext cx="4661648" cy="1304272"/>
          </a:xfrm>
        </p:spPr>
        <p:txBody>
          <a:bodyPr/>
          <a:lstStyle>
            <a:lvl1pPr>
              <a:buFont typeface="Arial" panose="020B0604020202020204" pitchFamily="34" charset="0"/>
              <a:buChar cha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4">
            <a:extLst>
              <a:ext uri="{FF2B5EF4-FFF2-40B4-BE49-F238E27FC236}">
                <a16:creationId xmlns:a16="http://schemas.microsoft.com/office/drawing/2014/main" id="{F1706B6F-85EE-58E7-0392-254E9705436A}"/>
              </a:ext>
            </a:extLst>
          </p:cNvPr>
          <p:cNvSpPr>
            <a:spLocks noGrp="1"/>
          </p:cNvSpPr>
          <p:nvPr>
            <p:ph type="body" sz="quarter" idx="52" hasCustomPrompt="1"/>
          </p:nvPr>
        </p:nvSpPr>
        <p:spPr>
          <a:xfrm>
            <a:off x="456644" y="4889633"/>
            <a:ext cx="2104119" cy="158630"/>
          </a:xfrm>
        </p:spPr>
        <p:txBody>
          <a:bodyPr>
            <a:noAutofit/>
          </a:bodyPr>
          <a:lstStyle>
            <a:lvl1pPr marL="0" indent="0">
              <a:buNone/>
              <a:defRPr sz="600" i="1">
                <a:solidFill>
                  <a:srgbClr val="CBCBCB"/>
                </a:solidFill>
              </a:defRPr>
            </a:lvl1pPr>
          </a:lstStyle>
          <a:p>
            <a:pPr lvl="0"/>
            <a:r>
              <a:rPr lang="en-US"/>
              <a:t>Photo/Image Credit</a:t>
            </a:r>
          </a:p>
        </p:txBody>
      </p:sp>
    </p:spTree>
    <p:extLst>
      <p:ext uri="{BB962C8B-B14F-4D97-AF65-F5344CB8AC3E}">
        <p14:creationId xmlns:p14="http://schemas.microsoft.com/office/powerpoint/2010/main" val="270506339"/>
      </p:ext>
    </p:extLst>
  </p:cSld>
  <p:clrMapOvr>
    <a:masterClrMapping/>
  </p:clrMapOvr>
  <p:extLst>
    <p:ext uri="{DCECCB84-F9BA-43D5-87BE-67443E8EF086}">
      <p15:sldGuideLst xmlns:p15="http://schemas.microsoft.com/office/powerpoint/2012/main">
        <p15:guide id="1" orient="horz" pos="2268">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Slide - Half Blue, Half Gra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3C7420-D1E3-2748-83F1-0C3F1C99A95C}"/>
              </a:ext>
            </a:extLst>
          </p:cNvPr>
          <p:cNvSpPr/>
          <p:nvPr userDrawn="1"/>
        </p:nvSpPr>
        <p:spPr>
          <a:xfrm>
            <a:off x="0" y="3204446"/>
            <a:ext cx="9144000" cy="193905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F8E801-C21C-E943-9A0D-715C66D645FB}"/>
              </a:ext>
            </a:extLst>
          </p:cNvPr>
          <p:cNvSpPr/>
          <p:nvPr userDrawn="1"/>
        </p:nvSpPr>
        <p:spPr>
          <a:xfrm>
            <a:off x="0" y="0"/>
            <a:ext cx="9144000" cy="3204446"/>
          </a:xfrm>
          <a:prstGeom prst="rect">
            <a:avLst/>
          </a:prstGeom>
          <a:solidFill>
            <a:srgbClr val="EF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07D88D45-FB85-42C7-BC0A-8E60CF8D2598}"/>
              </a:ext>
            </a:extLst>
          </p:cNvPr>
          <p:cNvSpPr>
            <a:spLocks noGrp="1"/>
          </p:cNvSpPr>
          <p:nvPr>
            <p:ph type="title"/>
          </p:nvPr>
        </p:nvSpPr>
        <p:spPr>
          <a:xfrm>
            <a:off x="456644" y="3542888"/>
            <a:ext cx="3328416" cy="1106424"/>
          </a:xfrm>
          <a:prstGeom prst="rect">
            <a:avLst/>
          </a:prstGeom>
          <a:noFill/>
        </p:spPr>
        <p:txBody>
          <a:bodyPr lIns="0" tIns="0" rIns="0" bIns="0" anchor="t" anchorCtr="0"/>
          <a:lstStyle>
            <a:lvl1pPr algn="l">
              <a:defRPr sz="2500" b="0" i="0">
                <a:latin typeface="Arial" panose="020B0604020202020204" pitchFamily="34" charset="0"/>
                <a:cs typeface="Arial" panose="020B0604020202020204" pitchFamily="34" charset="0"/>
              </a:defRPr>
            </a:lvl1pPr>
          </a:lstStyle>
          <a:p>
            <a:r>
              <a:rPr lang="en-US"/>
              <a:t>Click to edit Master title style</a:t>
            </a:r>
          </a:p>
        </p:txBody>
      </p:sp>
      <p:sp>
        <p:nvSpPr>
          <p:cNvPr id="18" name="Text Placeholder 17">
            <a:extLst>
              <a:ext uri="{FF2B5EF4-FFF2-40B4-BE49-F238E27FC236}">
                <a16:creationId xmlns:a16="http://schemas.microsoft.com/office/drawing/2014/main" id="{07D67B5D-5329-2E44-614F-CA5501D8249B}"/>
              </a:ext>
            </a:extLst>
          </p:cNvPr>
          <p:cNvSpPr>
            <a:spLocks noGrp="1"/>
          </p:cNvSpPr>
          <p:nvPr>
            <p:ph type="body" sz="quarter" idx="62"/>
          </p:nvPr>
        </p:nvSpPr>
        <p:spPr>
          <a:xfrm>
            <a:off x="456644" y="582856"/>
            <a:ext cx="4663440" cy="2286000"/>
          </a:xfrm>
        </p:spPr>
        <p:txBody>
          <a:bodyPr/>
          <a:lstStyle>
            <a:lvl1pPr>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0" name="Text Placeholder 29">
            <a:extLst>
              <a:ext uri="{FF2B5EF4-FFF2-40B4-BE49-F238E27FC236}">
                <a16:creationId xmlns:a16="http://schemas.microsoft.com/office/drawing/2014/main" id="{622128B2-D8A5-692C-2374-4D147DC39078}"/>
              </a:ext>
            </a:extLst>
          </p:cNvPr>
          <p:cNvSpPr>
            <a:spLocks noGrp="1"/>
          </p:cNvSpPr>
          <p:nvPr>
            <p:ph type="body" sz="quarter" idx="65"/>
          </p:nvPr>
        </p:nvSpPr>
        <p:spPr>
          <a:xfrm>
            <a:off x="4104751" y="3521598"/>
            <a:ext cx="4581144" cy="1298448"/>
          </a:xfrm>
        </p:spPr>
        <p:txBody>
          <a:bodyPr/>
          <a:lstStyle>
            <a:lvl1pPr>
              <a:buFont typeface="Arial" panose="020B0604020202020204" pitchFamily="34" charset="0"/>
              <a:buChar cha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Box 1">
            <a:extLst>
              <a:ext uri="{FF2B5EF4-FFF2-40B4-BE49-F238E27FC236}">
                <a16:creationId xmlns:a16="http://schemas.microsoft.com/office/drawing/2014/main" id="{B0D9BA69-7500-759F-7486-0B527B74901E}"/>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solidFill>
                  <a:schemeClr val="bg1"/>
                </a:solidFill>
              </a:rPr>
              <a:t>National Laboratory of the Rockies</a:t>
            </a:r>
            <a:r>
              <a:rPr lang="en-US" sz="750" baseline="0">
                <a:solidFill>
                  <a:schemeClr val="bg1"/>
                </a:solidFill>
              </a:rPr>
              <a:t>    </a:t>
            </a:r>
            <a:r>
              <a:rPr lang="en-US" sz="750">
                <a:solidFill>
                  <a:schemeClr val="bg1"/>
                </a:solidFill>
              </a:rPr>
              <a:t>|    </a:t>
            </a:r>
            <a:fld id="{BFD71CF8-5198-8441-A7C0-DC22FD64CBE4}" type="slidenum">
              <a:rPr lang="en-US" sz="750" smtClean="0">
                <a:solidFill>
                  <a:schemeClr val="bg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solidFill>
                <a:schemeClr val="bg1"/>
              </a:solidFill>
            </a:endParaRPr>
          </a:p>
        </p:txBody>
      </p:sp>
      <p:sp>
        <p:nvSpPr>
          <p:cNvPr id="3" name="Text Placeholder 14">
            <a:extLst>
              <a:ext uri="{FF2B5EF4-FFF2-40B4-BE49-F238E27FC236}">
                <a16:creationId xmlns:a16="http://schemas.microsoft.com/office/drawing/2014/main" id="{705BC830-7436-B3FC-AA6B-21AC73B889F1}"/>
              </a:ext>
            </a:extLst>
          </p:cNvPr>
          <p:cNvSpPr>
            <a:spLocks noGrp="1"/>
          </p:cNvSpPr>
          <p:nvPr>
            <p:ph type="body" sz="quarter" idx="52" hasCustomPrompt="1"/>
          </p:nvPr>
        </p:nvSpPr>
        <p:spPr>
          <a:xfrm>
            <a:off x="456644" y="4889633"/>
            <a:ext cx="2104119" cy="158630"/>
          </a:xfrm>
        </p:spPr>
        <p:txBody>
          <a:bodyPr>
            <a:noAutofit/>
          </a:bodyPr>
          <a:lstStyle>
            <a:lvl1pPr marL="0" indent="0">
              <a:buNone/>
              <a:defRPr sz="600" i="1">
                <a:solidFill>
                  <a:srgbClr val="CBCBCB"/>
                </a:solidFill>
              </a:defRPr>
            </a:lvl1pPr>
          </a:lstStyle>
          <a:p>
            <a:pPr lvl="0"/>
            <a:r>
              <a:rPr lang="en-US"/>
              <a:t>Photo/Image Credit</a:t>
            </a:r>
          </a:p>
        </p:txBody>
      </p:sp>
    </p:spTree>
    <p:extLst>
      <p:ext uri="{BB962C8B-B14F-4D97-AF65-F5344CB8AC3E}">
        <p14:creationId xmlns:p14="http://schemas.microsoft.com/office/powerpoint/2010/main" val="2959068904"/>
      </p:ext>
    </p:extLst>
  </p:cSld>
  <p:clrMapOvr>
    <a:masterClrMapping/>
  </p:clrMapOvr>
  <p:extLst>
    <p:ext uri="{DCECCB84-F9BA-43D5-87BE-67443E8EF086}">
      <p15:sldGuideLst xmlns:p15="http://schemas.microsoft.com/office/powerpoint/2012/main">
        <p15:guide id="1" orient="horz" pos="226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Slide - Half Blue, Half Whit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3C7420-D1E3-2748-83F1-0C3F1C99A95C}"/>
              </a:ext>
            </a:extLst>
          </p:cNvPr>
          <p:cNvSpPr/>
          <p:nvPr userDrawn="1"/>
        </p:nvSpPr>
        <p:spPr>
          <a:xfrm>
            <a:off x="0" y="3204446"/>
            <a:ext cx="9144000" cy="193905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6D3272D3-1563-408A-9F95-5911769F6A99}"/>
              </a:ext>
            </a:extLst>
          </p:cNvPr>
          <p:cNvSpPr>
            <a:spLocks noGrp="1"/>
          </p:cNvSpPr>
          <p:nvPr>
            <p:ph type="title"/>
          </p:nvPr>
        </p:nvSpPr>
        <p:spPr>
          <a:xfrm>
            <a:off x="454725" y="3542887"/>
            <a:ext cx="3328416" cy="1106424"/>
          </a:xfrm>
          <a:prstGeom prst="rect">
            <a:avLst/>
          </a:prstGeom>
          <a:noFill/>
        </p:spPr>
        <p:txBody>
          <a:bodyPr lIns="0" tIns="0" rIns="0" bIns="0" anchor="t" anchorCtr="0"/>
          <a:lstStyle>
            <a:lvl1pPr algn="l">
              <a:defRPr sz="2500" b="0" i="0">
                <a:latin typeface="Arial" panose="020B0604020202020204" pitchFamily="34" charset="0"/>
                <a:cs typeface="Arial" panose="020B0604020202020204"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2893015-4F05-E217-3E5E-6EA469CBCA76}"/>
              </a:ext>
            </a:extLst>
          </p:cNvPr>
          <p:cNvSpPr>
            <a:spLocks noGrp="1"/>
          </p:cNvSpPr>
          <p:nvPr>
            <p:ph type="body" sz="quarter" idx="58"/>
          </p:nvPr>
        </p:nvSpPr>
        <p:spPr>
          <a:xfrm>
            <a:off x="441945" y="583981"/>
            <a:ext cx="4663440" cy="2286000"/>
          </a:xfrm>
        </p:spPr>
        <p:txBody>
          <a:bodyPr/>
          <a:lstStyle>
            <a:lvl1pPr>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A7AC2ECD-612B-5E68-1983-6FB1054132F3}"/>
              </a:ext>
            </a:extLst>
          </p:cNvPr>
          <p:cNvSpPr>
            <a:spLocks noGrp="1"/>
          </p:cNvSpPr>
          <p:nvPr>
            <p:ph type="body" sz="quarter" idx="59"/>
          </p:nvPr>
        </p:nvSpPr>
        <p:spPr>
          <a:xfrm>
            <a:off x="4104751" y="3521862"/>
            <a:ext cx="4224528" cy="1298448"/>
          </a:xfrm>
        </p:spPr>
        <p:txBody>
          <a:bodyPr/>
          <a:lstStyle>
            <a:lvl1pPr>
              <a:buFont typeface="Arial" panose="020B0604020202020204" pitchFamily="34" charset="0"/>
              <a:buChar cha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D941D6D1-5CD2-9810-89E1-726B066A4BE4}"/>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solidFill>
                  <a:schemeClr val="bg1"/>
                </a:solidFill>
              </a:rPr>
              <a:t>National Laboratory of the Rockies</a:t>
            </a:r>
            <a:r>
              <a:rPr lang="en-US" sz="750" baseline="0">
                <a:solidFill>
                  <a:schemeClr val="bg1"/>
                </a:solidFill>
              </a:rPr>
              <a:t>    </a:t>
            </a:r>
            <a:r>
              <a:rPr lang="en-US" sz="750">
                <a:solidFill>
                  <a:schemeClr val="bg1"/>
                </a:solidFill>
              </a:rPr>
              <a:t>|    </a:t>
            </a:r>
            <a:fld id="{BFD71CF8-5198-8441-A7C0-DC22FD64CBE4}" type="slidenum">
              <a:rPr lang="en-US" sz="750" smtClean="0">
                <a:solidFill>
                  <a:schemeClr val="bg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solidFill>
                <a:schemeClr val="bg1"/>
              </a:solidFill>
            </a:endParaRPr>
          </a:p>
        </p:txBody>
      </p:sp>
    </p:spTree>
    <p:extLst>
      <p:ext uri="{BB962C8B-B14F-4D97-AF65-F5344CB8AC3E}">
        <p14:creationId xmlns:p14="http://schemas.microsoft.com/office/powerpoint/2010/main" val="4130075578"/>
      </p:ext>
    </p:extLst>
  </p:cSld>
  <p:clrMapOvr>
    <a:masterClrMapping/>
  </p:clrMapOvr>
  <p:extLst>
    <p:ext uri="{DCECCB84-F9BA-43D5-87BE-67443E8EF086}">
      <p15:sldGuideLst xmlns:p15="http://schemas.microsoft.com/office/powerpoint/2012/main">
        <p15:guide id="1" pos="288">
          <p15:clr>
            <a:srgbClr val="FBAE40"/>
          </p15:clr>
        </p15:guide>
        <p15:guide id="2" orient="horz" pos="226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Slide - 1/4 blu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3C7420-D1E3-2748-83F1-0C3F1C99A95C}"/>
              </a:ext>
            </a:extLst>
          </p:cNvPr>
          <p:cNvSpPr/>
          <p:nvPr userDrawn="1"/>
        </p:nvSpPr>
        <p:spPr>
          <a:xfrm>
            <a:off x="0" y="4152614"/>
            <a:ext cx="9144000" cy="99088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F8E801-C21C-E943-9A0D-715C66D645FB}"/>
              </a:ext>
            </a:extLst>
          </p:cNvPr>
          <p:cNvSpPr/>
          <p:nvPr userDrawn="1"/>
        </p:nvSpPr>
        <p:spPr>
          <a:xfrm>
            <a:off x="0" y="0"/>
            <a:ext cx="9144000" cy="415261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A75F658F-F273-41B3-ACB3-9D303C6CDC7F}"/>
              </a:ext>
            </a:extLst>
          </p:cNvPr>
          <p:cNvSpPr>
            <a:spLocks noGrp="1"/>
          </p:cNvSpPr>
          <p:nvPr>
            <p:ph type="title"/>
          </p:nvPr>
        </p:nvSpPr>
        <p:spPr>
          <a:xfrm>
            <a:off x="479425" y="4286553"/>
            <a:ext cx="3308350" cy="744424"/>
          </a:xfrm>
          <a:prstGeom prst="rect">
            <a:avLst/>
          </a:prstGeom>
          <a:noFill/>
        </p:spPr>
        <p:txBody>
          <a:bodyPr lIns="0" tIns="0" rIns="0" bIns="0" anchor="t" anchorCtr="0"/>
          <a:lstStyle>
            <a:lvl1pPr algn="l">
              <a:defRPr sz="2500" b="0" i="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17" name="Text Placeholder 5">
            <a:extLst>
              <a:ext uri="{FF2B5EF4-FFF2-40B4-BE49-F238E27FC236}">
                <a16:creationId xmlns:a16="http://schemas.microsoft.com/office/drawing/2014/main" id="{CEE8785B-1579-4206-A28B-023A6726B479}"/>
              </a:ext>
            </a:extLst>
          </p:cNvPr>
          <p:cNvSpPr>
            <a:spLocks noGrp="1"/>
          </p:cNvSpPr>
          <p:nvPr>
            <p:ph type="body" sz="quarter" idx="54"/>
          </p:nvPr>
        </p:nvSpPr>
        <p:spPr>
          <a:xfrm>
            <a:off x="4105261" y="4298969"/>
            <a:ext cx="4641850" cy="448409"/>
          </a:xfrm>
        </p:spPr>
        <p:txBody>
          <a:bodyPr lIns="0" tIns="0" rIns="0">
            <a:normAutofit/>
          </a:bodyPr>
          <a:lstStyle>
            <a:lvl1pPr>
              <a:buFont typeface="Arial" panose="020B0604020202020204" pitchFamily="34" charset="0"/>
              <a:buChar char="•"/>
              <a:defRPr sz="1600">
                <a:solidFill>
                  <a:schemeClr val="bg1"/>
                </a:solidFill>
              </a:defRPr>
            </a:lvl1pPr>
          </a:lstStyle>
          <a:p>
            <a:pPr lvl="0"/>
            <a:r>
              <a:rPr lang="en-US"/>
              <a:t>Click to edit Master text styles</a:t>
            </a:r>
          </a:p>
        </p:txBody>
      </p:sp>
      <p:sp>
        <p:nvSpPr>
          <p:cNvPr id="8" name="Text Placeholder 7">
            <a:extLst>
              <a:ext uri="{FF2B5EF4-FFF2-40B4-BE49-F238E27FC236}">
                <a16:creationId xmlns:a16="http://schemas.microsoft.com/office/drawing/2014/main" id="{36398B08-C541-AC03-D7BA-89980829E4BB}"/>
              </a:ext>
            </a:extLst>
          </p:cNvPr>
          <p:cNvSpPr>
            <a:spLocks noGrp="1"/>
          </p:cNvSpPr>
          <p:nvPr>
            <p:ph type="body" sz="quarter" idx="57"/>
          </p:nvPr>
        </p:nvSpPr>
        <p:spPr>
          <a:xfrm>
            <a:off x="474958" y="582612"/>
            <a:ext cx="4663440" cy="2286000"/>
          </a:xfrm>
        </p:spPr>
        <p:txBody>
          <a:bodyPr/>
          <a:lstStyle>
            <a:lvl1pPr>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Box 1">
            <a:extLst>
              <a:ext uri="{FF2B5EF4-FFF2-40B4-BE49-F238E27FC236}">
                <a16:creationId xmlns:a16="http://schemas.microsoft.com/office/drawing/2014/main" id="{A39693A5-106B-EBE2-0277-5304EB612F9E}"/>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solidFill>
                  <a:schemeClr val="bg1"/>
                </a:solidFill>
              </a:rPr>
              <a:t>National Laboratory of the Rockies</a:t>
            </a:r>
            <a:r>
              <a:rPr lang="en-US" sz="750" baseline="0">
                <a:solidFill>
                  <a:schemeClr val="bg1"/>
                </a:solidFill>
              </a:rPr>
              <a:t>    </a:t>
            </a:r>
            <a:r>
              <a:rPr lang="en-US" sz="750">
                <a:solidFill>
                  <a:schemeClr val="bg1"/>
                </a:solidFill>
              </a:rPr>
              <a:t>|    </a:t>
            </a:r>
            <a:fld id="{BFD71CF8-5198-8441-A7C0-DC22FD64CBE4}" type="slidenum">
              <a:rPr lang="en-US" sz="750" smtClean="0">
                <a:solidFill>
                  <a:schemeClr val="bg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solidFill>
                <a:schemeClr val="bg1"/>
              </a:solidFill>
            </a:endParaRPr>
          </a:p>
        </p:txBody>
      </p:sp>
    </p:spTree>
    <p:extLst>
      <p:ext uri="{BB962C8B-B14F-4D97-AF65-F5344CB8AC3E}">
        <p14:creationId xmlns:p14="http://schemas.microsoft.com/office/powerpoint/2010/main" val="3831255409"/>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Slide - 1/4 blu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3C7420-D1E3-2748-83F1-0C3F1C99A95C}"/>
              </a:ext>
            </a:extLst>
          </p:cNvPr>
          <p:cNvSpPr/>
          <p:nvPr userDrawn="1"/>
        </p:nvSpPr>
        <p:spPr>
          <a:xfrm>
            <a:off x="0" y="4152614"/>
            <a:ext cx="9144000" cy="99088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 Placeholder 4">
            <a:extLst>
              <a:ext uri="{FF2B5EF4-FFF2-40B4-BE49-F238E27FC236}">
                <a16:creationId xmlns:a16="http://schemas.microsoft.com/office/drawing/2014/main" id="{09A29C17-CD58-45DF-9097-FE42DFA0C9BA}"/>
              </a:ext>
            </a:extLst>
          </p:cNvPr>
          <p:cNvSpPr>
            <a:spLocks noGrp="1"/>
          </p:cNvSpPr>
          <p:nvPr>
            <p:ph type="body" sz="quarter" idx="56"/>
          </p:nvPr>
        </p:nvSpPr>
        <p:spPr>
          <a:xfrm>
            <a:off x="474959" y="582613"/>
            <a:ext cx="4663440" cy="2286000"/>
          </a:xfrm>
        </p:spPr>
        <p:txBody>
          <a:bodyPr lIns="0" tIns="0" rIns="0" bIns="0"/>
          <a:lstStyle>
            <a:lvl1pPr>
              <a:buFont typeface="Arial" panose="020B0604020202020204" pitchFamily="34" charset="0"/>
              <a:buChar char="•"/>
              <a:defRPr/>
            </a:lvl1pPr>
          </a:lstStyle>
          <a:p>
            <a:pPr lvl="0"/>
            <a:r>
              <a:rPr lang="en-US"/>
              <a:t>Click to edit Master text styles</a:t>
            </a:r>
          </a:p>
        </p:txBody>
      </p:sp>
      <p:sp>
        <p:nvSpPr>
          <p:cNvPr id="2" name="Title 1">
            <a:extLst>
              <a:ext uri="{FF2B5EF4-FFF2-40B4-BE49-F238E27FC236}">
                <a16:creationId xmlns:a16="http://schemas.microsoft.com/office/drawing/2014/main" id="{A64C4210-7459-5AC3-8DF6-701132C83F50}"/>
              </a:ext>
            </a:extLst>
          </p:cNvPr>
          <p:cNvSpPr>
            <a:spLocks noGrp="1"/>
          </p:cNvSpPr>
          <p:nvPr>
            <p:ph type="title"/>
          </p:nvPr>
        </p:nvSpPr>
        <p:spPr>
          <a:xfrm>
            <a:off x="479425" y="4286553"/>
            <a:ext cx="3308350" cy="744424"/>
          </a:xfrm>
          <a:prstGeom prst="rect">
            <a:avLst/>
          </a:prstGeom>
          <a:noFill/>
        </p:spPr>
        <p:txBody>
          <a:bodyPr lIns="0" tIns="0" rIns="0" bIns="0" anchor="t" anchorCtr="0"/>
          <a:lstStyle>
            <a:lvl1pPr algn="l">
              <a:defRPr sz="2500" b="0" i="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Text Placeholder 5">
            <a:extLst>
              <a:ext uri="{FF2B5EF4-FFF2-40B4-BE49-F238E27FC236}">
                <a16:creationId xmlns:a16="http://schemas.microsoft.com/office/drawing/2014/main" id="{A7752E0B-A3B6-21AE-9429-49BAAB133370}"/>
              </a:ext>
            </a:extLst>
          </p:cNvPr>
          <p:cNvSpPr>
            <a:spLocks noGrp="1"/>
          </p:cNvSpPr>
          <p:nvPr>
            <p:ph type="body" sz="quarter" idx="54"/>
          </p:nvPr>
        </p:nvSpPr>
        <p:spPr>
          <a:xfrm>
            <a:off x="4105261" y="4298969"/>
            <a:ext cx="4641850" cy="448409"/>
          </a:xfrm>
        </p:spPr>
        <p:txBody>
          <a:bodyPr lIns="0" tIns="0" rIns="0">
            <a:normAutofit/>
          </a:bodyPr>
          <a:lstStyle>
            <a:lvl1pPr>
              <a:buFont typeface="Arial" panose="020B0604020202020204" pitchFamily="34" charset="0"/>
              <a:buChar char="•"/>
              <a:defRPr sz="1600">
                <a:solidFill>
                  <a:schemeClr val="bg1"/>
                </a:solidFill>
              </a:defRPr>
            </a:lvl1pPr>
          </a:lstStyle>
          <a:p>
            <a:pPr lvl="0"/>
            <a:r>
              <a:rPr lang="en-US"/>
              <a:t>Click to edit Master text styles</a:t>
            </a:r>
          </a:p>
        </p:txBody>
      </p:sp>
      <p:sp>
        <p:nvSpPr>
          <p:cNvPr id="5" name="TextBox 4">
            <a:extLst>
              <a:ext uri="{FF2B5EF4-FFF2-40B4-BE49-F238E27FC236}">
                <a16:creationId xmlns:a16="http://schemas.microsoft.com/office/drawing/2014/main" id="{2349A733-2D0F-C5A4-0491-9681B311B6EE}"/>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solidFill>
                  <a:schemeClr val="bg1"/>
                </a:solidFill>
              </a:rPr>
              <a:t>National Laboratory of the Rockies</a:t>
            </a:r>
            <a:r>
              <a:rPr lang="en-US" sz="750" baseline="0">
                <a:solidFill>
                  <a:schemeClr val="bg1"/>
                </a:solidFill>
              </a:rPr>
              <a:t>    </a:t>
            </a:r>
            <a:r>
              <a:rPr lang="en-US" sz="750">
                <a:solidFill>
                  <a:schemeClr val="bg1"/>
                </a:solidFill>
              </a:rPr>
              <a:t>|    </a:t>
            </a:r>
            <a:fld id="{BFD71CF8-5198-8441-A7C0-DC22FD64CBE4}" type="slidenum">
              <a:rPr lang="en-US" sz="750" smtClean="0">
                <a:solidFill>
                  <a:schemeClr val="bg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solidFill>
                <a:schemeClr val="bg1"/>
              </a:solidFill>
            </a:endParaRPr>
          </a:p>
        </p:txBody>
      </p:sp>
    </p:spTree>
    <p:extLst>
      <p:ext uri="{BB962C8B-B14F-4D97-AF65-F5344CB8AC3E}">
        <p14:creationId xmlns:p14="http://schemas.microsoft.com/office/powerpoint/2010/main" val="32153431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Slide - 1/3 blue, 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p:nvPr>
        </p:nvSpPr>
        <p:spPr>
          <a:xfrm>
            <a:off x="3226702" y="0"/>
            <a:ext cx="5917298" cy="5143500"/>
          </a:xfrm>
          <a:solidFill>
            <a:schemeClr val="bg2"/>
          </a:solidFill>
        </p:spPr>
        <p:txBody>
          <a:bodyPr>
            <a:normAutofit/>
          </a:bodyPr>
          <a:lstStyle>
            <a:lvl1pPr marL="0" indent="0" algn="ctr">
              <a:buNone/>
              <a:defRPr sz="1600"/>
            </a:lvl1pPr>
          </a:lstStyle>
          <a:p>
            <a:r>
              <a:rPr lang="en-US"/>
              <a:t>Click icon to add picture</a:t>
            </a:r>
            <a:endParaRPr lang="en-US" dirty="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3226702"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8CE9686F-E66D-461E-AC4C-5FD554E27A92}"/>
              </a:ext>
            </a:extLst>
          </p:cNvPr>
          <p:cNvSpPr>
            <a:spLocks noGrp="1"/>
          </p:cNvSpPr>
          <p:nvPr>
            <p:ph type="title"/>
          </p:nvPr>
        </p:nvSpPr>
        <p:spPr>
          <a:xfrm>
            <a:off x="371737" y="515649"/>
            <a:ext cx="2560320" cy="1828800"/>
          </a:xfrm>
          <a:prstGeom prst="rect">
            <a:avLst/>
          </a:prstGeom>
          <a:noFill/>
        </p:spPr>
        <p:txBody>
          <a:bodyPr lIns="0" tIns="0" rIns="0" bIns="0" anchor="t" anchorCtr="0">
            <a:noAutofit/>
          </a:bodyPr>
          <a:lstStyle>
            <a:lvl1pPr algn="l">
              <a:lnSpc>
                <a:spcPct val="100000"/>
              </a:lnSpc>
              <a:defRPr sz="2500" b="0" i="0">
                <a:latin typeface="Arial" panose="020B0604020202020204" pitchFamily="34" charset="0"/>
                <a:cs typeface="Arial" panose="020B0604020202020204" pitchFamily="34" charset="0"/>
              </a:defRPr>
            </a:lvl1pPr>
          </a:lstStyle>
          <a:p>
            <a:r>
              <a:rPr lang="en-US"/>
              <a:t>Click to edit Master title style</a:t>
            </a:r>
          </a:p>
        </p:txBody>
      </p:sp>
      <p:sp>
        <p:nvSpPr>
          <p:cNvPr id="5" name="Text Placeholder 2">
            <a:extLst>
              <a:ext uri="{FF2B5EF4-FFF2-40B4-BE49-F238E27FC236}">
                <a16:creationId xmlns:a16="http://schemas.microsoft.com/office/drawing/2014/main" id="{DCFE6108-195D-3AED-B0F0-BDF908E498BA}"/>
              </a:ext>
            </a:extLst>
          </p:cNvPr>
          <p:cNvSpPr>
            <a:spLocks noGrp="1"/>
          </p:cNvSpPr>
          <p:nvPr>
            <p:ph type="body" sz="quarter" idx="57"/>
          </p:nvPr>
        </p:nvSpPr>
        <p:spPr>
          <a:xfrm>
            <a:off x="371737" y="2941154"/>
            <a:ext cx="2560320" cy="194875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Box 1">
            <a:extLst>
              <a:ext uri="{FF2B5EF4-FFF2-40B4-BE49-F238E27FC236}">
                <a16:creationId xmlns:a16="http://schemas.microsoft.com/office/drawing/2014/main" id="{7F67187C-EAD8-1E61-9962-5AE3823912D6}"/>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
        <p:nvSpPr>
          <p:cNvPr id="4" name="Text Placeholder 14">
            <a:extLst>
              <a:ext uri="{FF2B5EF4-FFF2-40B4-BE49-F238E27FC236}">
                <a16:creationId xmlns:a16="http://schemas.microsoft.com/office/drawing/2014/main" id="{0FBC13C3-7C60-BE34-38A2-C36952BFF67F}"/>
              </a:ext>
            </a:extLst>
          </p:cNvPr>
          <p:cNvSpPr>
            <a:spLocks noGrp="1"/>
          </p:cNvSpPr>
          <p:nvPr>
            <p:ph type="body" sz="quarter" idx="52" hasCustomPrompt="1"/>
          </p:nvPr>
        </p:nvSpPr>
        <p:spPr>
          <a:xfrm>
            <a:off x="3466544" y="4889633"/>
            <a:ext cx="2104119" cy="158630"/>
          </a:xfrm>
        </p:spPr>
        <p:txBody>
          <a:bodyPr>
            <a:noAutofit/>
          </a:bodyPr>
          <a:lstStyle>
            <a:lvl1pPr marL="0" indent="0">
              <a:buNone/>
              <a:defRPr sz="600" i="1">
                <a:solidFill>
                  <a:srgbClr val="CBCBCB"/>
                </a:solidFill>
              </a:defRPr>
            </a:lvl1pPr>
          </a:lstStyle>
          <a:p>
            <a:pPr lvl="0"/>
            <a:r>
              <a:rPr lang="en-US" dirty="0"/>
              <a:t>Photo/Image Credit</a:t>
            </a:r>
          </a:p>
        </p:txBody>
      </p:sp>
    </p:spTree>
    <p:extLst>
      <p:ext uri="{BB962C8B-B14F-4D97-AF65-F5344CB8AC3E}">
        <p14:creationId xmlns:p14="http://schemas.microsoft.com/office/powerpoint/2010/main" val="107524254"/>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Slide - 1/4 blue, 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p:nvPr>
        </p:nvSpPr>
        <p:spPr>
          <a:xfrm>
            <a:off x="1499347" y="0"/>
            <a:ext cx="7644653" cy="5143500"/>
          </a:xfrm>
          <a:solidFill>
            <a:schemeClr val="bg2"/>
          </a:solidFill>
        </p:spPr>
        <p:txBody>
          <a:bodyPr>
            <a:normAutofit/>
          </a:bodyPr>
          <a:lstStyle>
            <a:lvl1pPr marL="0" indent="0" algn="ctr">
              <a:buNone/>
              <a:defRPr sz="1600"/>
            </a:lvl1pPr>
          </a:lstStyle>
          <a:p>
            <a:r>
              <a:rPr lang="en-US"/>
              <a:t>Click icon to add picture</a:t>
            </a:r>
            <a:endParaRPr lang="en-US" dirty="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1" y="0"/>
            <a:ext cx="1499616"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2F0677-99AF-14F1-F6C6-B4B4C7673DCA}"/>
              </a:ext>
            </a:extLst>
          </p:cNvPr>
          <p:cNvSpPr>
            <a:spLocks noGrp="1"/>
          </p:cNvSpPr>
          <p:nvPr>
            <p:ph type="title"/>
          </p:nvPr>
        </p:nvSpPr>
        <p:spPr>
          <a:xfrm>
            <a:off x="231459" y="477398"/>
            <a:ext cx="1098047" cy="1828800"/>
          </a:xfrm>
          <a:prstGeom prst="rect">
            <a:avLst/>
          </a:prstGeom>
          <a:noFill/>
        </p:spPr>
        <p:txBody>
          <a:bodyPr lIns="0" tIns="0" rIns="0" bIns="0" anchor="t" anchorCtr="0">
            <a:noAutofit/>
          </a:bodyPr>
          <a:lstStyle>
            <a:lvl1pPr algn="l">
              <a:lnSpc>
                <a:spcPct val="100000"/>
              </a:lnSpc>
              <a:defRPr sz="1800" b="0"/>
            </a:lvl1pPr>
          </a:lstStyle>
          <a:p>
            <a:r>
              <a:rPr lang="en-US"/>
              <a:t>Click to edit Master title style</a:t>
            </a:r>
            <a:endParaRPr lang="en-US" dirty="0"/>
          </a:p>
        </p:txBody>
      </p:sp>
      <p:sp>
        <p:nvSpPr>
          <p:cNvPr id="4" name="TextBox 3">
            <a:extLst>
              <a:ext uri="{FF2B5EF4-FFF2-40B4-BE49-F238E27FC236}">
                <a16:creationId xmlns:a16="http://schemas.microsoft.com/office/drawing/2014/main" id="{1DB58745-A1F2-18C6-DF3B-A0C108BEEC66}"/>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
        <p:nvSpPr>
          <p:cNvPr id="6" name="Text Placeholder 14">
            <a:extLst>
              <a:ext uri="{FF2B5EF4-FFF2-40B4-BE49-F238E27FC236}">
                <a16:creationId xmlns:a16="http://schemas.microsoft.com/office/drawing/2014/main" id="{ACB8336F-32E4-611C-10C3-4649525F2131}"/>
              </a:ext>
            </a:extLst>
          </p:cNvPr>
          <p:cNvSpPr>
            <a:spLocks noGrp="1"/>
          </p:cNvSpPr>
          <p:nvPr>
            <p:ph type="body" sz="quarter" idx="52" hasCustomPrompt="1"/>
          </p:nvPr>
        </p:nvSpPr>
        <p:spPr>
          <a:xfrm>
            <a:off x="1741158" y="4889633"/>
            <a:ext cx="2104119" cy="158630"/>
          </a:xfrm>
        </p:spPr>
        <p:txBody>
          <a:bodyPr>
            <a:noAutofit/>
          </a:bodyPr>
          <a:lstStyle>
            <a:lvl1pPr marL="0" indent="0">
              <a:buNone/>
              <a:defRPr sz="600" i="1">
                <a:solidFill>
                  <a:srgbClr val="CBCBCB"/>
                </a:solidFill>
              </a:defRPr>
            </a:lvl1pPr>
          </a:lstStyle>
          <a:p>
            <a:pPr lvl="0"/>
            <a:r>
              <a:rPr lang="en-US" dirty="0"/>
              <a:t>Photo/Image Credit</a:t>
            </a:r>
          </a:p>
        </p:txBody>
      </p:sp>
    </p:spTree>
    <p:extLst>
      <p:ext uri="{BB962C8B-B14F-4D97-AF65-F5344CB8AC3E}">
        <p14:creationId xmlns:p14="http://schemas.microsoft.com/office/powerpoint/2010/main" val="16663083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Slide -  gold tab, 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p:nvPr>
        </p:nvSpPr>
        <p:spPr>
          <a:xfrm>
            <a:off x="749807" y="0"/>
            <a:ext cx="8394193" cy="5143500"/>
          </a:xfrm>
          <a:solidFill>
            <a:schemeClr val="bg2"/>
          </a:solidFill>
        </p:spPr>
        <p:txBody>
          <a:bodyPr/>
          <a:lstStyle>
            <a:lvl1pPr marL="0" indent="0" algn="ctr">
              <a:buNone/>
              <a:defRPr sz="1600"/>
            </a:lvl1pPr>
          </a:lstStyle>
          <a:p>
            <a:r>
              <a:rPr lang="en-US"/>
              <a:t>Click icon to add picture</a:t>
            </a:r>
            <a:endParaRPr lang="en-US" dirty="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1" y="0"/>
            <a:ext cx="749808" cy="51435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 Placeholder 2">
            <a:extLst>
              <a:ext uri="{FF2B5EF4-FFF2-40B4-BE49-F238E27FC236}">
                <a16:creationId xmlns:a16="http://schemas.microsoft.com/office/drawing/2014/main" id="{AE894BAA-0327-4892-AB75-34DCB16A2096}"/>
              </a:ext>
            </a:extLst>
          </p:cNvPr>
          <p:cNvSpPr>
            <a:spLocks noGrp="1"/>
          </p:cNvSpPr>
          <p:nvPr>
            <p:ph type="body" sz="quarter" idx="13" hasCustomPrompt="1"/>
          </p:nvPr>
        </p:nvSpPr>
        <p:spPr>
          <a:xfrm>
            <a:off x="992660" y="4886727"/>
            <a:ext cx="2779713" cy="114815"/>
          </a:xfrm>
        </p:spPr>
        <p:txBody>
          <a:bodyPr lIns="0" tIns="0" rIns="0" bIns="0">
            <a:noAutofit/>
          </a:bodyPr>
          <a:lstStyle>
            <a:lvl1pPr marL="0" indent="0">
              <a:buNone/>
              <a:defRPr sz="600" i="1">
                <a:solidFill>
                  <a:srgbClr val="C0C0C0"/>
                </a:solidFill>
              </a:defRPr>
            </a:lvl1pPr>
            <a:lvl2pPr marL="233362" indent="0">
              <a:buNone/>
              <a:defRPr sz="700">
                <a:solidFill>
                  <a:schemeClr val="tx1">
                    <a:lumMod val="20000"/>
                    <a:lumOff val="80000"/>
                  </a:schemeClr>
                </a:solidFill>
              </a:defRPr>
            </a:lvl2pPr>
            <a:lvl3pPr marL="458787" indent="0">
              <a:buNone/>
              <a:defRPr sz="700">
                <a:solidFill>
                  <a:schemeClr val="tx1">
                    <a:lumMod val="20000"/>
                    <a:lumOff val="80000"/>
                  </a:schemeClr>
                </a:solidFill>
              </a:defRPr>
            </a:lvl3pPr>
            <a:lvl4pPr marL="688975" indent="0">
              <a:buNone/>
              <a:defRPr sz="700">
                <a:solidFill>
                  <a:schemeClr val="tx1">
                    <a:lumMod val="20000"/>
                    <a:lumOff val="80000"/>
                  </a:schemeClr>
                </a:solidFill>
              </a:defRPr>
            </a:lvl4pPr>
            <a:lvl5pPr marL="914400" indent="0">
              <a:buNone/>
              <a:defRPr sz="700">
                <a:solidFill>
                  <a:schemeClr val="tx1">
                    <a:lumMod val="20000"/>
                    <a:lumOff val="80000"/>
                  </a:schemeClr>
                </a:solidFill>
              </a:defRPr>
            </a:lvl5pPr>
          </a:lstStyle>
          <a:p>
            <a:pPr lvl="0"/>
            <a:r>
              <a:rPr lang="en-US"/>
              <a:t>Photo/Image Credit</a:t>
            </a:r>
          </a:p>
        </p:txBody>
      </p:sp>
      <p:sp>
        <p:nvSpPr>
          <p:cNvPr id="2" name="TextBox 1">
            <a:extLst>
              <a:ext uri="{FF2B5EF4-FFF2-40B4-BE49-F238E27FC236}">
                <a16:creationId xmlns:a16="http://schemas.microsoft.com/office/drawing/2014/main" id="{44208986-FEE2-BB0A-38A4-BDAEF1C64A2A}"/>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Tree>
    <p:extLst>
      <p:ext uri="{BB962C8B-B14F-4D97-AF65-F5344CB8AC3E}">
        <p14:creationId xmlns:p14="http://schemas.microsoft.com/office/powerpoint/2010/main" val="1331267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Slide - 1/3 blue,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08AC53-C403-F042-A661-2863C5AB400C}"/>
              </a:ext>
            </a:extLst>
          </p:cNvPr>
          <p:cNvSpPr/>
          <p:nvPr userDrawn="1"/>
        </p:nvSpPr>
        <p:spPr>
          <a:xfrm>
            <a:off x="3226702" y="0"/>
            <a:ext cx="5917298" cy="51435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3226702"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0BB39BF4-7072-4553-86C8-12D7D9B7A95E}"/>
              </a:ext>
            </a:extLst>
          </p:cNvPr>
          <p:cNvSpPr>
            <a:spLocks noGrp="1"/>
          </p:cNvSpPr>
          <p:nvPr>
            <p:ph type="title"/>
          </p:nvPr>
        </p:nvSpPr>
        <p:spPr>
          <a:xfrm>
            <a:off x="372234" y="508393"/>
            <a:ext cx="2560320" cy="1828800"/>
          </a:xfrm>
          <a:prstGeom prst="rect">
            <a:avLst/>
          </a:prstGeom>
          <a:noFill/>
        </p:spPr>
        <p:txBody>
          <a:bodyPr lIns="0" tIns="0" rIns="0" bIns="0" anchor="t" anchorCtr="0"/>
          <a:lstStyle>
            <a:lvl1pPr algn="l">
              <a:lnSpc>
                <a:spcPct val="100000"/>
              </a:lnSpc>
              <a:defRPr sz="2500" b="0" i="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16" name="Text Placeholder 4">
            <a:extLst>
              <a:ext uri="{FF2B5EF4-FFF2-40B4-BE49-F238E27FC236}">
                <a16:creationId xmlns:a16="http://schemas.microsoft.com/office/drawing/2014/main" id="{8EFFE661-D7A3-4C37-B357-433187842507}"/>
              </a:ext>
            </a:extLst>
          </p:cNvPr>
          <p:cNvSpPr>
            <a:spLocks noGrp="1"/>
          </p:cNvSpPr>
          <p:nvPr>
            <p:ph type="body" sz="quarter" idx="56"/>
          </p:nvPr>
        </p:nvSpPr>
        <p:spPr>
          <a:xfrm>
            <a:off x="3593945" y="508393"/>
            <a:ext cx="5056632" cy="2187342"/>
          </a:xfrm>
        </p:spPr>
        <p:txBody>
          <a:bodyPr lIns="0" tIns="0" rIns="0" bIns="0">
            <a:normAutofit/>
          </a:bodyPr>
          <a:lstStyle>
            <a:lvl1pPr>
              <a:defRPr sz="2000"/>
            </a:lvl1pPr>
          </a:lstStyle>
          <a:p>
            <a:pPr lvl="0"/>
            <a:r>
              <a:rPr lang="en-US"/>
              <a:t>Click to edit Master text styles</a:t>
            </a:r>
          </a:p>
        </p:txBody>
      </p:sp>
      <p:sp>
        <p:nvSpPr>
          <p:cNvPr id="3" name="Text Placeholder 2">
            <a:extLst>
              <a:ext uri="{FF2B5EF4-FFF2-40B4-BE49-F238E27FC236}">
                <a16:creationId xmlns:a16="http://schemas.microsoft.com/office/drawing/2014/main" id="{82EAF077-54D2-9477-158C-4436C07F9E04}"/>
              </a:ext>
            </a:extLst>
          </p:cNvPr>
          <p:cNvSpPr>
            <a:spLocks noGrp="1"/>
          </p:cNvSpPr>
          <p:nvPr>
            <p:ph type="body" sz="quarter" idx="57"/>
          </p:nvPr>
        </p:nvSpPr>
        <p:spPr>
          <a:xfrm>
            <a:off x="372232" y="2939770"/>
            <a:ext cx="2560320" cy="19431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Box 1">
            <a:extLst>
              <a:ext uri="{FF2B5EF4-FFF2-40B4-BE49-F238E27FC236}">
                <a16:creationId xmlns:a16="http://schemas.microsoft.com/office/drawing/2014/main" id="{8CAC6BB4-4C1D-E09F-4285-4BB1E317D17A}"/>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Tree>
    <p:extLst>
      <p:ext uri="{BB962C8B-B14F-4D97-AF65-F5344CB8AC3E}">
        <p14:creationId xmlns:p14="http://schemas.microsoft.com/office/powerpoint/2010/main" val="4019689051"/>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Slide - 1/4 blue,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08AC53-C403-F042-A661-2863C5AB400C}"/>
              </a:ext>
            </a:extLst>
          </p:cNvPr>
          <p:cNvSpPr/>
          <p:nvPr userDrawn="1"/>
        </p:nvSpPr>
        <p:spPr>
          <a:xfrm>
            <a:off x="1499614" y="0"/>
            <a:ext cx="7644385" cy="51435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8E2A80C-EB6E-8C4C-AB43-79FC52672C2F}"/>
              </a:ext>
            </a:extLst>
          </p:cNvPr>
          <p:cNvSpPr/>
          <p:nvPr userDrawn="1"/>
        </p:nvSpPr>
        <p:spPr>
          <a:xfrm>
            <a:off x="-1" y="0"/>
            <a:ext cx="1499616"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 Placeholder 4">
            <a:extLst>
              <a:ext uri="{FF2B5EF4-FFF2-40B4-BE49-F238E27FC236}">
                <a16:creationId xmlns:a16="http://schemas.microsoft.com/office/drawing/2014/main" id="{B797EB37-03F4-449B-B968-0A9F893D5E03}"/>
              </a:ext>
            </a:extLst>
          </p:cNvPr>
          <p:cNvSpPr>
            <a:spLocks noGrp="1"/>
          </p:cNvSpPr>
          <p:nvPr>
            <p:ph type="body" sz="quarter" idx="56"/>
          </p:nvPr>
        </p:nvSpPr>
        <p:spPr>
          <a:xfrm>
            <a:off x="2142061" y="478193"/>
            <a:ext cx="4600383" cy="2944368"/>
          </a:xfrm>
        </p:spPr>
        <p:txBody>
          <a:bodyPr lIns="0" tIns="0" rIns="0" bIns="0">
            <a:normAutofit/>
          </a:bodyPr>
          <a:lstStyle>
            <a:lvl1pPr>
              <a:defRPr sz="2000"/>
            </a:lvl1pPr>
          </a:lstStyle>
          <a:p>
            <a:pPr lvl="0"/>
            <a:r>
              <a:rPr lang="en-US"/>
              <a:t>Click to edit Master text styles</a:t>
            </a:r>
          </a:p>
        </p:txBody>
      </p:sp>
      <p:sp>
        <p:nvSpPr>
          <p:cNvPr id="4" name="Title 3">
            <a:extLst>
              <a:ext uri="{FF2B5EF4-FFF2-40B4-BE49-F238E27FC236}">
                <a16:creationId xmlns:a16="http://schemas.microsoft.com/office/drawing/2014/main" id="{979E2B33-0A98-2370-ADEA-B2EEAB6E85A0}"/>
              </a:ext>
            </a:extLst>
          </p:cNvPr>
          <p:cNvSpPr>
            <a:spLocks noGrp="1"/>
          </p:cNvSpPr>
          <p:nvPr>
            <p:ph type="title"/>
          </p:nvPr>
        </p:nvSpPr>
        <p:spPr>
          <a:xfrm>
            <a:off x="234776" y="477398"/>
            <a:ext cx="1093575" cy="1828800"/>
          </a:xfrm>
          <a:prstGeom prst="rect">
            <a:avLst/>
          </a:prstGeom>
          <a:noFill/>
        </p:spPr>
        <p:txBody>
          <a:bodyPr lIns="0" tIns="0" rIns="0" bIns="0" anchor="t" anchorCtr="0"/>
          <a:lstStyle>
            <a:lvl1pPr algn="l">
              <a:lnSpc>
                <a:spcPct val="100000"/>
              </a:lnSpc>
              <a:defRPr sz="1800" b="0"/>
            </a:lvl1pPr>
          </a:lstStyle>
          <a:p>
            <a:r>
              <a:rPr lang="en-US"/>
              <a:t>Click to edit Master title style</a:t>
            </a:r>
            <a:endParaRPr lang="en-US" dirty="0"/>
          </a:p>
        </p:txBody>
      </p:sp>
      <p:sp>
        <p:nvSpPr>
          <p:cNvPr id="3" name="TextBox 2">
            <a:extLst>
              <a:ext uri="{FF2B5EF4-FFF2-40B4-BE49-F238E27FC236}">
                <a16:creationId xmlns:a16="http://schemas.microsoft.com/office/drawing/2014/main" id="{A556DAAE-94D5-B061-538D-10611DF8C0CC}"/>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Tree>
    <p:extLst>
      <p:ext uri="{BB962C8B-B14F-4D97-AF65-F5344CB8AC3E}">
        <p14:creationId xmlns:p14="http://schemas.microsoft.com/office/powerpoint/2010/main" val="9943181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Slide - gold tab,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08AC53-C403-F042-A661-2863C5AB400C}"/>
              </a:ext>
            </a:extLst>
          </p:cNvPr>
          <p:cNvSpPr/>
          <p:nvPr userDrawn="1"/>
        </p:nvSpPr>
        <p:spPr>
          <a:xfrm>
            <a:off x="749807" y="0"/>
            <a:ext cx="8394193" cy="51435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6FB4065-B034-894F-B2AD-10DA51A4FF51}"/>
              </a:ext>
            </a:extLst>
          </p:cNvPr>
          <p:cNvSpPr/>
          <p:nvPr userDrawn="1"/>
        </p:nvSpPr>
        <p:spPr>
          <a:xfrm>
            <a:off x="0" y="0"/>
            <a:ext cx="749808" cy="51435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 Placeholder 4">
            <a:extLst>
              <a:ext uri="{FF2B5EF4-FFF2-40B4-BE49-F238E27FC236}">
                <a16:creationId xmlns:a16="http://schemas.microsoft.com/office/drawing/2014/main" id="{EBD73797-8DC2-4888-96F8-44B5CE03FB5C}"/>
              </a:ext>
            </a:extLst>
          </p:cNvPr>
          <p:cNvSpPr>
            <a:spLocks noGrp="1"/>
          </p:cNvSpPr>
          <p:nvPr>
            <p:ph type="body" sz="quarter" idx="56"/>
          </p:nvPr>
        </p:nvSpPr>
        <p:spPr>
          <a:xfrm>
            <a:off x="1372203" y="500593"/>
            <a:ext cx="4641850" cy="1096962"/>
          </a:xfrm>
        </p:spPr>
        <p:txBody>
          <a:bodyPr lIns="0" tIns="0" rIns="0" bIns="0">
            <a:normAutofit/>
          </a:bodyPr>
          <a:lstStyle>
            <a:lvl1pPr>
              <a:defRPr sz="2000"/>
            </a:lvl1pPr>
          </a:lstStyle>
          <a:p>
            <a:pPr lvl="0"/>
            <a:r>
              <a:rPr lang="en-US"/>
              <a:t>Click to edit Master text styles</a:t>
            </a:r>
          </a:p>
        </p:txBody>
      </p:sp>
      <p:sp>
        <p:nvSpPr>
          <p:cNvPr id="2" name="TextBox 1">
            <a:extLst>
              <a:ext uri="{FF2B5EF4-FFF2-40B4-BE49-F238E27FC236}">
                <a16:creationId xmlns:a16="http://schemas.microsoft.com/office/drawing/2014/main" id="{20AAC423-CB9B-EEBB-7601-9A8B3252AE95}"/>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Tree>
    <p:extLst>
      <p:ext uri="{BB962C8B-B14F-4D97-AF65-F5344CB8AC3E}">
        <p14:creationId xmlns:p14="http://schemas.microsoft.com/office/powerpoint/2010/main" val="31981257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Slide - 1/3 blue, text whit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A832604-F597-CE4C-9045-0EDB4883F306}"/>
              </a:ext>
            </a:extLst>
          </p:cNvPr>
          <p:cNvSpPr/>
          <p:nvPr userDrawn="1"/>
        </p:nvSpPr>
        <p:spPr>
          <a:xfrm>
            <a:off x="0" y="0"/>
            <a:ext cx="3226702"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 Placeholder 4">
            <a:extLst>
              <a:ext uri="{FF2B5EF4-FFF2-40B4-BE49-F238E27FC236}">
                <a16:creationId xmlns:a16="http://schemas.microsoft.com/office/drawing/2014/main" id="{64F110FF-8AA0-4EAA-B648-1E56466C209E}"/>
              </a:ext>
            </a:extLst>
          </p:cNvPr>
          <p:cNvSpPr>
            <a:spLocks noGrp="1"/>
          </p:cNvSpPr>
          <p:nvPr>
            <p:ph type="body" sz="quarter" idx="56"/>
          </p:nvPr>
        </p:nvSpPr>
        <p:spPr>
          <a:xfrm>
            <a:off x="3593947" y="508393"/>
            <a:ext cx="5057683" cy="2182317"/>
          </a:xfrm>
        </p:spPr>
        <p:txBody>
          <a:bodyPr lIns="0" tIns="0" rIns="0" bIns="0">
            <a:normAutofit/>
          </a:bodyPr>
          <a:lstStyle>
            <a:lvl1pPr>
              <a:defRPr sz="2000"/>
            </a:lvl1pPr>
          </a:lstStyle>
          <a:p>
            <a:pPr lvl="0"/>
            <a:r>
              <a:rPr lang="en-US"/>
              <a:t>Click to edit Master text styles</a:t>
            </a:r>
          </a:p>
        </p:txBody>
      </p:sp>
      <p:sp>
        <p:nvSpPr>
          <p:cNvPr id="9" name="Text Placeholder 2">
            <a:extLst>
              <a:ext uri="{FF2B5EF4-FFF2-40B4-BE49-F238E27FC236}">
                <a16:creationId xmlns:a16="http://schemas.microsoft.com/office/drawing/2014/main" id="{101DA590-E34F-E95F-EA8F-25D429152E53}"/>
              </a:ext>
            </a:extLst>
          </p:cNvPr>
          <p:cNvSpPr>
            <a:spLocks noGrp="1"/>
          </p:cNvSpPr>
          <p:nvPr>
            <p:ph type="body" sz="quarter" idx="57"/>
          </p:nvPr>
        </p:nvSpPr>
        <p:spPr>
          <a:xfrm>
            <a:off x="372232" y="2939770"/>
            <a:ext cx="2560320" cy="19431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F15286F-2A29-ACB1-B45B-5FA5D51D692C}"/>
              </a:ext>
            </a:extLst>
          </p:cNvPr>
          <p:cNvSpPr>
            <a:spLocks noGrp="1"/>
          </p:cNvSpPr>
          <p:nvPr>
            <p:ph type="title"/>
          </p:nvPr>
        </p:nvSpPr>
        <p:spPr>
          <a:xfrm>
            <a:off x="372234" y="508393"/>
            <a:ext cx="2560320" cy="1828800"/>
          </a:xfrm>
          <a:prstGeom prst="rect">
            <a:avLst/>
          </a:prstGeom>
          <a:noFill/>
        </p:spPr>
        <p:txBody>
          <a:bodyPr lIns="0" tIns="0" rIns="0" bIns="0" anchor="t" anchorCtr="0"/>
          <a:lstStyle>
            <a:lvl1pPr algn="l">
              <a:lnSpc>
                <a:spcPct val="100000"/>
              </a:lnSpc>
              <a:defRPr sz="2500" b="0" i="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TextBox 2">
            <a:extLst>
              <a:ext uri="{FF2B5EF4-FFF2-40B4-BE49-F238E27FC236}">
                <a16:creationId xmlns:a16="http://schemas.microsoft.com/office/drawing/2014/main" id="{34497A9C-A105-75A0-3CB4-2B747B7ED359}"/>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Tree>
    <p:extLst>
      <p:ext uri="{BB962C8B-B14F-4D97-AF65-F5344CB8AC3E}">
        <p14:creationId xmlns:p14="http://schemas.microsoft.com/office/powerpoint/2010/main" val="3071999901"/>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Slide - 1/4 blue, text whit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8E2A80C-EB6E-8C4C-AB43-79FC52672C2F}"/>
              </a:ext>
            </a:extLst>
          </p:cNvPr>
          <p:cNvSpPr/>
          <p:nvPr userDrawn="1"/>
        </p:nvSpPr>
        <p:spPr>
          <a:xfrm>
            <a:off x="-1" y="0"/>
            <a:ext cx="1499616"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C997782B-AD07-41D8-8B1A-C80B79091418}"/>
              </a:ext>
            </a:extLst>
          </p:cNvPr>
          <p:cNvSpPr>
            <a:spLocks noGrp="1"/>
          </p:cNvSpPr>
          <p:nvPr>
            <p:ph type="body" sz="quarter" idx="56"/>
          </p:nvPr>
        </p:nvSpPr>
        <p:spPr>
          <a:xfrm>
            <a:off x="2137037" y="501506"/>
            <a:ext cx="4605407" cy="2945077"/>
          </a:xfrm>
        </p:spPr>
        <p:txBody>
          <a:bodyPr lIns="0" tIns="0" rIns="0" bIns="0">
            <a:normAutofit/>
          </a:bodyPr>
          <a:lstStyle>
            <a:lvl1pPr>
              <a:defRPr sz="2000"/>
            </a:lvl1pPr>
          </a:lstStyle>
          <a:p>
            <a:pPr lvl="0"/>
            <a:r>
              <a:rPr lang="en-US"/>
              <a:t>Click to edit Master text styles</a:t>
            </a:r>
          </a:p>
        </p:txBody>
      </p:sp>
      <p:sp>
        <p:nvSpPr>
          <p:cNvPr id="4" name="Title 3">
            <a:extLst>
              <a:ext uri="{FF2B5EF4-FFF2-40B4-BE49-F238E27FC236}">
                <a16:creationId xmlns:a16="http://schemas.microsoft.com/office/drawing/2014/main" id="{2DE9B94A-10DF-F259-6211-361F39055E6F}"/>
              </a:ext>
            </a:extLst>
          </p:cNvPr>
          <p:cNvSpPr>
            <a:spLocks noGrp="1"/>
          </p:cNvSpPr>
          <p:nvPr>
            <p:ph type="title"/>
          </p:nvPr>
        </p:nvSpPr>
        <p:spPr>
          <a:xfrm>
            <a:off x="234780" y="477405"/>
            <a:ext cx="1093572" cy="2198888"/>
          </a:xfrm>
          <a:prstGeom prst="rect">
            <a:avLst/>
          </a:prstGeom>
          <a:noFill/>
        </p:spPr>
        <p:txBody>
          <a:bodyPr lIns="0" tIns="0" rIns="0" bIns="0" anchor="t" anchorCtr="0"/>
          <a:lstStyle>
            <a:lvl1pPr algn="l">
              <a:lnSpc>
                <a:spcPct val="100000"/>
              </a:lnSpc>
              <a:defRPr sz="1800" b="0"/>
            </a:lvl1pPr>
          </a:lstStyle>
          <a:p>
            <a:r>
              <a:rPr lang="en-US"/>
              <a:t>Click to edit Master title style</a:t>
            </a:r>
            <a:endParaRPr lang="en-US" dirty="0"/>
          </a:p>
        </p:txBody>
      </p:sp>
      <p:sp>
        <p:nvSpPr>
          <p:cNvPr id="2" name="TextBox 1">
            <a:extLst>
              <a:ext uri="{FF2B5EF4-FFF2-40B4-BE49-F238E27FC236}">
                <a16:creationId xmlns:a16="http://schemas.microsoft.com/office/drawing/2014/main" id="{22107A43-F47C-2F30-47BB-AF2A7123E668}"/>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Tree>
    <p:extLst>
      <p:ext uri="{BB962C8B-B14F-4D97-AF65-F5344CB8AC3E}">
        <p14:creationId xmlns:p14="http://schemas.microsoft.com/office/powerpoint/2010/main" val="35661488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Slide - gold tab, text whit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AF46C4D-EA55-834D-A1ED-486FAB3B53C7}"/>
              </a:ext>
            </a:extLst>
          </p:cNvPr>
          <p:cNvSpPr/>
          <p:nvPr userDrawn="1"/>
        </p:nvSpPr>
        <p:spPr>
          <a:xfrm>
            <a:off x="-1" y="0"/>
            <a:ext cx="749808" cy="51435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 Placeholder 4">
            <a:extLst>
              <a:ext uri="{FF2B5EF4-FFF2-40B4-BE49-F238E27FC236}">
                <a16:creationId xmlns:a16="http://schemas.microsoft.com/office/drawing/2014/main" id="{B90E8073-CA3E-42B8-B107-F7F3B0E99B63}"/>
              </a:ext>
            </a:extLst>
          </p:cNvPr>
          <p:cNvSpPr>
            <a:spLocks noGrp="1"/>
          </p:cNvSpPr>
          <p:nvPr>
            <p:ph type="body" sz="quarter" idx="56"/>
          </p:nvPr>
        </p:nvSpPr>
        <p:spPr>
          <a:xfrm>
            <a:off x="1372203" y="500593"/>
            <a:ext cx="5013523" cy="3357974"/>
          </a:xfrm>
        </p:spPr>
        <p:txBody>
          <a:bodyPr lIns="0" tIns="0" rIns="0" bIns="0">
            <a:normAutofit/>
          </a:bodyPr>
          <a:lstStyle>
            <a:lvl1pPr>
              <a:defRPr sz="2000"/>
            </a:lvl1pPr>
          </a:lstStyle>
          <a:p>
            <a:pPr lvl="0"/>
            <a:r>
              <a:rPr lang="en-US"/>
              <a:t>Click to edit Master text styles</a:t>
            </a:r>
          </a:p>
        </p:txBody>
      </p:sp>
      <p:sp>
        <p:nvSpPr>
          <p:cNvPr id="2" name="TextBox 1">
            <a:extLst>
              <a:ext uri="{FF2B5EF4-FFF2-40B4-BE49-F238E27FC236}">
                <a16:creationId xmlns:a16="http://schemas.microsoft.com/office/drawing/2014/main" id="{FAEBE631-E7F3-1A30-303E-56D522E750CA}"/>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Tree>
    <p:extLst>
      <p:ext uri="{BB962C8B-B14F-4D97-AF65-F5344CB8AC3E}">
        <p14:creationId xmlns:p14="http://schemas.microsoft.com/office/powerpoint/2010/main" val="127465312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Slide - 3 area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p:nvPr>
        </p:nvSpPr>
        <p:spPr>
          <a:xfrm>
            <a:off x="3226702" y="0"/>
            <a:ext cx="5917298" cy="2571750"/>
          </a:xfrm>
          <a:solidFill>
            <a:schemeClr val="bg1"/>
          </a:solidFill>
        </p:spPr>
        <p:txBody>
          <a:bodyPr>
            <a:normAutofit/>
          </a:bodyPr>
          <a:lstStyle>
            <a:lvl1pPr marL="0" indent="0" algn="ctr">
              <a:buNone/>
              <a:defRPr sz="1600"/>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182B3A08-FCC1-87D5-1806-980B38E9CB45}"/>
              </a:ext>
            </a:extLst>
          </p:cNvPr>
          <p:cNvSpPr>
            <a:spLocks noGrp="1"/>
          </p:cNvSpPr>
          <p:nvPr>
            <p:ph type="body" sz="quarter" idx="61"/>
          </p:nvPr>
        </p:nvSpPr>
        <p:spPr>
          <a:xfrm>
            <a:off x="3230423" y="2572134"/>
            <a:ext cx="5913577" cy="2571366"/>
          </a:xfrm>
          <a:solidFill>
            <a:schemeClr val="bg2"/>
          </a:solidFill>
        </p:spPr>
        <p:txBody>
          <a:bodyPr lIns="365760" tIns="365760" rIns="365760" bIns="36576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3226702"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1B1E2549-C9BE-44EC-AF2A-C2344561DBFA}"/>
              </a:ext>
            </a:extLst>
          </p:cNvPr>
          <p:cNvSpPr>
            <a:spLocks noGrp="1"/>
          </p:cNvSpPr>
          <p:nvPr>
            <p:ph type="body" sz="quarter" idx="62"/>
          </p:nvPr>
        </p:nvSpPr>
        <p:spPr>
          <a:xfrm>
            <a:off x="372233" y="2933144"/>
            <a:ext cx="2560320" cy="19430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17">
            <a:extLst>
              <a:ext uri="{FF2B5EF4-FFF2-40B4-BE49-F238E27FC236}">
                <a16:creationId xmlns:a16="http://schemas.microsoft.com/office/drawing/2014/main" id="{F736489C-C527-2182-AA78-6C8EC3B4E358}"/>
              </a:ext>
            </a:extLst>
          </p:cNvPr>
          <p:cNvSpPr>
            <a:spLocks noGrp="1"/>
          </p:cNvSpPr>
          <p:nvPr>
            <p:ph type="body" sz="quarter" idx="63" hasCustomPrompt="1"/>
          </p:nvPr>
        </p:nvSpPr>
        <p:spPr>
          <a:xfrm>
            <a:off x="3577197" y="2355711"/>
            <a:ext cx="2624820" cy="161402"/>
          </a:xfrm>
        </p:spPr>
        <p:txBody>
          <a:bodyPr>
            <a:noAutofit/>
          </a:bodyPr>
          <a:lstStyle>
            <a:lvl1pPr marL="0" indent="0">
              <a:buNone/>
              <a:defRPr sz="600" i="1">
                <a:solidFill>
                  <a:srgbClr val="CBCBCB"/>
                </a:solidFill>
              </a:defRPr>
            </a:lvl1pPr>
          </a:lstStyle>
          <a:p>
            <a:pPr lvl="0"/>
            <a:r>
              <a:rPr lang="en-US"/>
              <a:t>Photo/Image Credit</a:t>
            </a:r>
          </a:p>
        </p:txBody>
      </p:sp>
      <p:sp>
        <p:nvSpPr>
          <p:cNvPr id="2" name="Title 1">
            <a:extLst>
              <a:ext uri="{FF2B5EF4-FFF2-40B4-BE49-F238E27FC236}">
                <a16:creationId xmlns:a16="http://schemas.microsoft.com/office/drawing/2014/main" id="{C2E2BC63-8716-7F87-EDEE-D627E7392B80}"/>
              </a:ext>
            </a:extLst>
          </p:cNvPr>
          <p:cNvSpPr>
            <a:spLocks noGrp="1"/>
          </p:cNvSpPr>
          <p:nvPr>
            <p:ph type="title"/>
          </p:nvPr>
        </p:nvSpPr>
        <p:spPr>
          <a:xfrm>
            <a:off x="372234" y="508393"/>
            <a:ext cx="2560320" cy="1828800"/>
          </a:xfrm>
          <a:prstGeom prst="rect">
            <a:avLst/>
          </a:prstGeom>
          <a:noFill/>
        </p:spPr>
        <p:txBody>
          <a:bodyPr lIns="0" tIns="0" rIns="0" bIns="0" anchor="t" anchorCtr="0"/>
          <a:lstStyle>
            <a:lvl1pPr algn="l">
              <a:lnSpc>
                <a:spcPct val="100000"/>
              </a:lnSpc>
              <a:defRPr sz="2500" b="0" i="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4" name="TextBox 3">
            <a:extLst>
              <a:ext uri="{FF2B5EF4-FFF2-40B4-BE49-F238E27FC236}">
                <a16:creationId xmlns:a16="http://schemas.microsoft.com/office/drawing/2014/main" id="{E0F67997-FED8-3B31-3271-4D017476C118}"/>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Tree>
    <p:extLst>
      <p:ext uri="{BB962C8B-B14F-4D97-AF65-F5344CB8AC3E}">
        <p14:creationId xmlns:p14="http://schemas.microsoft.com/office/powerpoint/2010/main" val="3027906643"/>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Slide - 3 areas 2">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DB232DB-1D11-DE05-2972-F705A485DA84}"/>
              </a:ext>
            </a:extLst>
          </p:cNvPr>
          <p:cNvSpPr>
            <a:spLocks noGrp="1"/>
          </p:cNvSpPr>
          <p:nvPr>
            <p:ph type="body" sz="quarter" idx="59"/>
          </p:nvPr>
        </p:nvSpPr>
        <p:spPr>
          <a:xfrm>
            <a:off x="1497012" y="2574036"/>
            <a:ext cx="7646987" cy="2569464"/>
          </a:xfrm>
          <a:solidFill>
            <a:schemeClr val="bg2"/>
          </a:solidFill>
        </p:spPr>
        <p:txBody>
          <a:bodyPr lIns="365760" tIns="365760" rIns="365760" bIns="6400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p:nvPr>
        </p:nvSpPr>
        <p:spPr>
          <a:xfrm>
            <a:off x="1499615" y="0"/>
            <a:ext cx="7644385" cy="2571750"/>
          </a:xfrm>
          <a:solidFill>
            <a:schemeClr val="bg1"/>
          </a:solidFill>
        </p:spPr>
        <p:txBody>
          <a:bodyPr>
            <a:normAutofit/>
          </a:bodyPr>
          <a:lstStyle>
            <a:lvl1pPr marL="0" indent="0" algn="ctr">
              <a:buNone/>
              <a:defRPr sz="1600"/>
            </a:lvl1pPr>
          </a:lstStyle>
          <a:p>
            <a:r>
              <a:rPr lang="en-US"/>
              <a:t>Click icon to add picture</a:t>
            </a:r>
            <a:endParaRPr lang="en-US" dirty="0"/>
          </a:p>
        </p:txBody>
      </p:sp>
      <p:sp>
        <p:nvSpPr>
          <p:cNvPr id="11" name="Rectangle 10">
            <a:extLst>
              <a:ext uri="{FF2B5EF4-FFF2-40B4-BE49-F238E27FC236}">
                <a16:creationId xmlns:a16="http://schemas.microsoft.com/office/drawing/2014/main" id="{4ABA21AF-1C86-484E-8C81-8214908BC04B}"/>
              </a:ext>
            </a:extLst>
          </p:cNvPr>
          <p:cNvSpPr/>
          <p:nvPr userDrawn="1"/>
        </p:nvSpPr>
        <p:spPr>
          <a:xfrm>
            <a:off x="-1" y="0"/>
            <a:ext cx="1499616"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CC5C7B5-DFEC-E352-19F8-7DDB1DEC174B}"/>
              </a:ext>
            </a:extLst>
          </p:cNvPr>
          <p:cNvSpPr>
            <a:spLocks noGrp="1"/>
          </p:cNvSpPr>
          <p:nvPr>
            <p:ph type="title"/>
          </p:nvPr>
        </p:nvSpPr>
        <p:spPr>
          <a:xfrm>
            <a:off x="234779" y="480012"/>
            <a:ext cx="1093572" cy="2084768"/>
          </a:xfrm>
          <a:prstGeom prst="rect">
            <a:avLst/>
          </a:prstGeom>
          <a:noFill/>
        </p:spPr>
        <p:txBody>
          <a:bodyPr lIns="0" tIns="0" rIns="0" bIns="0" anchor="t" anchorCtr="0"/>
          <a:lstStyle>
            <a:lvl1pPr algn="l">
              <a:lnSpc>
                <a:spcPct val="100000"/>
              </a:lnSpc>
              <a:defRPr sz="1800" b="0"/>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A96FE1DD-C9BA-0FD5-CAD0-1C4DA5AF9A71}"/>
              </a:ext>
            </a:extLst>
          </p:cNvPr>
          <p:cNvSpPr>
            <a:spLocks noGrp="1"/>
          </p:cNvSpPr>
          <p:nvPr>
            <p:ph type="body" sz="quarter" idx="60" hasCustomPrompt="1"/>
          </p:nvPr>
        </p:nvSpPr>
        <p:spPr>
          <a:xfrm>
            <a:off x="1789374" y="2315482"/>
            <a:ext cx="2404939" cy="161437"/>
          </a:xfrm>
        </p:spPr>
        <p:txBody>
          <a:bodyPr>
            <a:noAutofit/>
          </a:bodyPr>
          <a:lstStyle>
            <a:lvl1pPr marL="0" indent="0">
              <a:buNone/>
              <a:defRPr sz="600" i="1">
                <a:solidFill>
                  <a:srgbClr val="CBCBCB"/>
                </a:solidFill>
              </a:defRPr>
            </a:lvl1pPr>
          </a:lstStyle>
          <a:p>
            <a:pPr lvl="0"/>
            <a:r>
              <a:rPr lang="en-US"/>
              <a:t>Photo/Image Credit</a:t>
            </a:r>
          </a:p>
        </p:txBody>
      </p:sp>
      <p:sp>
        <p:nvSpPr>
          <p:cNvPr id="2" name="TextBox 1">
            <a:extLst>
              <a:ext uri="{FF2B5EF4-FFF2-40B4-BE49-F238E27FC236}">
                <a16:creationId xmlns:a16="http://schemas.microsoft.com/office/drawing/2014/main" id="{F489777C-D043-D70D-23A4-FC873B156280}"/>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Tree>
    <p:extLst>
      <p:ext uri="{BB962C8B-B14F-4D97-AF65-F5344CB8AC3E}">
        <p14:creationId xmlns:p14="http://schemas.microsoft.com/office/powerpoint/2010/main" val="78341662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Slide - split with tab">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p:nvPr>
        </p:nvSpPr>
        <p:spPr>
          <a:xfrm>
            <a:off x="749807" y="0"/>
            <a:ext cx="8394193" cy="2571750"/>
          </a:xfrm>
          <a:solidFill>
            <a:schemeClr val="bg1"/>
          </a:solidFill>
        </p:spPr>
        <p:txBody>
          <a:bodyPr>
            <a:normAutofit/>
          </a:bodyPr>
          <a:lstStyle>
            <a:lvl1pPr marL="0" indent="0" algn="ctr">
              <a:buNone/>
              <a:defRPr sz="1600"/>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D5AE2D25-9C7A-B2BA-D5DE-F13F7B8A3FFA}"/>
              </a:ext>
            </a:extLst>
          </p:cNvPr>
          <p:cNvSpPr>
            <a:spLocks noGrp="1"/>
          </p:cNvSpPr>
          <p:nvPr>
            <p:ph type="body" sz="quarter" idx="58"/>
          </p:nvPr>
        </p:nvSpPr>
        <p:spPr>
          <a:xfrm>
            <a:off x="743578" y="2572379"/>
            <a:ext cx="8400422" cy="2571122"/>
          </a:xfrm>
          <a:solidFill>
            <a:schemeClr val="bg2"/>
          </a:solidFill>
        </p:spPr>
        <p:txBody>
          <a:bodyPr lIns="365760" tIns="365760" rIns="365760" bIns="6400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199804E5-74BF-BD47-85E5-EA49688872F8}"/>
              </a:ext>
            </a:extLst>
          </p:cNvPr>
          <p:cNvSpPr/>
          <p:nvPr userDrawn="1"/>
        </p:nvSpPr>
        <p:spPr>
          <a:xfrm>
            <a:off x="-1" y="0"/>
            <a:ext cx="749808" cy="51435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A5FBBF26-D9F9-B112-3BA8-59D2A642D54F}"/>
              </a:ext>
            </a:extLst>
          </p:cNvPr>
          <p:cNvSpPr>
            <a:spLocks noGrp="1"/>
          </p:cNvSpPr>
          <p:nvPr>
            <p:ph type="body" sz="quarter" idx="57" hasCustomPrompt="1"/>
          </p:nvPr>
        </p:nvSpPr>
        <p:spPr>
          <a:xfrm>
            <a:off x="1140574" y="2323167"/>
            <a:ext cx="1936049" cy="155122"/>
          </a:xfrm>
        </p:spPr>
        <p:txBody>
          <a:bodyPr>
            <a:noAutofit/>
          </a:bodyPr>
          <a:lstStyle>
            <a:lvl1pPr marL="0" indent="0">
              <a:buNone/>
              <a:defRPr sz="600" i="1">
                <a:solidFill>
                  <a:srgbClr val="CBCBCB"/>
                </a:solidFill>
              </a:defRPr>
            </a:lvl1pPr>
          </a:lstStyle>
          <a:p>
            <a:pPr lvl="0"/>
            <a:r>
              <a:rPr lang="en-US"/>
              <a:t>Photo/Image Credit</a:t>
            </a:r>
          </a:p>
        </p:txBody>
      </p:sp>
      <p:sp>
        <p:nvSpPr>
          <p:cNvPr id="2" name="TextBox 1">
            <a:extLst>
              <a:ext uri="{FF2B5EF4-FFF2-40B4-BE49-F238E27FC236}">
                <a16:creationId xmlns:a16="http://schemas.microsoft.com/office/drawing/2014/main" id="{00282CB7-1201-FE39-7E9A-084141E0CE2D}"/>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Tree>
    <p:extLst>
      <p:ext uri="{BB962C8B-B14F-4D97-AF65-F5344CB8AC3E}">
        <p14:creationId xmlns:p14="http://schemas.microsoft.com/office/powerpoint/2010/main" val="68419081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Slide - 3 areas tex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A94C8B31-BC01-2C22-3ABA-BE59023BC63B}"/>
              </a:ext>
            </a:extLst>
          </p:cNvPr>
          <p:cNvSpPr>
            <a:spLocks noGrp="1"/>
          </p:cNvSpPr>
          <p:nvPr>
            <p:ph type="body" sz="quarter" idx="60"/>
          </p:nvPr>
        </p:nvSpPr>
        <p:spPr>
          <a:xfrm>
            <a:off x="3227832" y="2566988"/>
            <a:ext cx="5916168" cy="2576512"/>
          </a:xfrm>
          <a:solidFill>
            <a:schemeClr val="bg2"/>
          </a:solidFill>
        </p:spPr>
        <p:txBody>
          <a:bodyPr lIns="365760" tIns="365760" rIns="365760" bIns="6400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3226702" cy="5143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Text Placeholder 4">
            <a:extLst>
              <a:ext uri="{FF2B5EF4-FFF2-40B4-BE49-F238E27FC236}">
                <a16:creationId xmlns:a16="http://schemas.microsoft.com/office/drawing/2014/main" id="{A7A34F1A-F0DB-40F2-B360-EACF6348CA2D}"/>
              </a:ext>
            </a:extLst>
          </p:cNvPr>
          <p:cNvSpPr>
            <a:spLocks noGrp="1"/>
          </p:cNvSpPr>
          <p:nvPr>
            <p:ph type="body" sz="quarter" idx="57"/>
          </p:nvPr>
        </p:nvSpPr>
        <p:spPr>
          <a:xfrm>
            <a:off x="3593948" y="560883"/>
            <a:ext cx="4886861" cy="1624634"/>
          </a:xfrm>
        </p:spPr>
        <p:txBody>
          <a:bodyPr lIns="0" tIns="0" rIns="0" bIns="0">
            <a:normAutofit/>
          </a:bodyPr>
          <a:lstStyle>
            <a:lvl1pPr>
              <a:defRPr sz="2000"/>
            </a:lvl1pPr>
          </a:lstStyle>
          <a:p>
            <a:pPr lvl="0"/>
            <a:r>
              <a:rPr lang="en-US"/>
              <a:t>Click to edit Master text styles</a:t>
            </a:r>
          </a:p>
        </p:txBody>
      </p:sp>
      <p:sp>
        <p:nvSpPr>
          <p:cNvPr id="5" name="Text Placeholder 4">
            <a:extLst>
              <a:ext uri="{FF2B5EF4-FFF2-40B4-BE49-F238E27FC236}">
                <a16:creationId xmlns:a16="http://schemas.microsoft.com/office/drawing/2014/main" id="{531254CF-076C-8B1F-5ECD-2B998D963E3C}"/>
              </a:ext>
            </a:extLst>
          </p:cNvPr>
          <p:cNvSpPr>
            <a:spLocks noGrp="1"/>
          </p:cNvSpPr>
          <p:nvPr>
            <p:ph type="body" sz="quarter" idx="59"/>
          </p:nvPr>
        </p:nvSpPr>
        <p:spPr>
          <a:xfrm>
            <a:off x="372234" y="2938517"/>
            <a:ext cx="2560320" cy="193852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6132B55-1426-0C63-1A57-2709D8CD85F6}"/>
              </a:ext>
            </a:extLst>
          </p:cNvPr>
          <p:cNvSpPr>
            <a:spLocks noGrp="1"/>
          </p:cNvSpPr>
          <p:nvPr>
            <p:ph type="title"/>
          </p:nvPr>
        </p:nvSpPr>
        <p:spPr>
          <a:xfrm>
            <a:off x="372234" y="508393"/>
            <a:ext cx="2560320" cy="1828800"/>
          </a:xfrm>
          <a:prstGeom prst="rect">
            <a:avLst/>
          </a:prstGeom>
          <a:noFill/>
        </p:spPr>
        <p:txBody>
          <a:bodyPr lIns="0" tIns="0" rIns="0" bIns="0" anchor="t" anchorCtr="0"/>
          <a:lstStyle>
            <a:lvl1pPr algn="l">
              <a:lnSpc>
                <a:spcPct val="100000"/>
              </a:lnSpc>
              <a:defRPr sz="2500" b="0" i="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TextBox 2">
            <a:extLst>
              <a:ext uri="{FF2B5EF4-FFF2-40B4-BE49-F238E27FC236}">
                <a16:creationId xmlns:a16="http://schemas.microsoft.com/office/drawing/2014/main" id="{2462CFE1-1EC0-DA96-4144-8C0FB4069729}"/>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Tree>
    <p:extLst>
      <p:ext uri="{BB962C8B-B14F-4D97-AF65-F5344CB8AC3E}">
        <p14:creationId xmlns:p14="http://schemas.microsoft.com/office/powerpoint/2010/main" val="1642068377"/>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Slide - 3 areas, text 2">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8EDA860-D395-9584-1BBA-D20571D1D2FE}"/>
              </a:ext>
            </a:extLst>
          </p:cNvPr>
          <p:cNvSpPr>
            <a:spLocks noGrp="1"/>
          </p:cNvSpPr>
          <p:nvPr>
            <p:ph type="body" sz="quarter" idx="61"/>
          </p:nvPr>
        </p:nvSpPr>
        <p:spPr>
          <a:xfrm>
            <a:off x="1497204" y="2566988"/>
            <a:ext cx="7646796" cy="2576512"/>
          </a:xfrm>
          <a:solidFill>
            <a:schemeClr val="bg2"/>
          </a:solidFill>
        </p:spPr>
        <p:txBody>
          <a:bodyPr lIns="365760" tIns="365760" rIns="365760" bIns="6400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Rectangle 11">
            <a:extLst>
              <a:ext uri="{FF2B5EF4-FFF2-40B4-BE49-F238E27FC236}">
                <a16:creationId xmlns:a16="http://schemas.microsoft.com/office/drawing/2014/main" id="{8FAAD8C3-A811-7F49-ABE6-460F673A0377}"/>
              </a:ext>
            </a:extLst>
          </p:cNvPr>
          <p:cNvSpPr/>
          <p:nvPr userDrawn="1"/>
        </p:nvSpPr>
        <p:spPr>
          <a:xfrm>
            <a:off x="-1" y="0"/>
            <a:ext cx="1499616"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 Placeholder 4">
            <a:extLst>
              <a:ext uri="{FF2B5EF4-FFF2-40B4-BE49-F238E27FC236}">
                <a16:creationId xmlns:a16="http://schemas.microsoft.com/office/drawing/2014/main" id="{DA16ECC7-95B6-4155-96E7-F0FFF0626F7E}"/>
              </a:ext>
            </a:extLst>
          </p:cNvPr>
          <p:cNvSpPr>
            <a:spLocks noGrp="1"/>
          </p:cNvSpPr>
          <p:nvPr>
            <p:ph type="body" sz="quarter" idx="57"/>
          </p:nvPr>
        </p:nvSpPr>
        <p:spPr>
          <a:xfrm>
            <a:off x="1862198" y="513990"/>
            <a:ext cx="4641850" cy="1096962"/>
          </a:xfrm>
        </p:spPr>
        <p:txBody>
          <a:bodyPr lIns="0" tIns="0" rIns="0" bIns="0">
            <a:normAutofit/>
          </a:bodyPr>
          <a:lstStyle>
            <a:lvl1pPr>
              <a:defRPr sz="2000"/>
            </a:lvl1pPr>
          </a:lstStyle>
          <a:p>
            <a:pPr lvl="0"/>
            <a:r>
              <a:rPr lang="en-US"/>
              <a:t>Click to edit Master text styles</a:t>
            </a:r>
          </a:p>
        </p:txBody>
      </p:sp>
      <p:sp>
        <p:nvSpPr>
          <p:cNvPr id="2" name="Title 1">
            <a:extLst>
              <a:ext uri="{FF2B5EF4-FFF2-40B4-BE49-F238E27FC236}">
                <a16:creationId xmlns:a16="http://schemas.microsoft.com/office/drawing/2014/main" id="{6434C92E-68E4-262B-F413-5E1B122DDB07}"/>
              </a:ext>
            </a:extLst>
          </p:cNvPr>
          <p:cNvSpPr>
            <a:spLocks noGrp="1"/>
          </p:cNvSpPr>
          <p:nvPr>
            <p:ph type="title"/>
          </p:nvPr>
        </p:nvSpPr>
        <p:spPr>
          <a:xfrm>
            <a:off x="234779" y="480011"/>
            <a:ext cx="1099751" cy="2107072"/>
          </a:xfrm>
          <a:prstGeom prst="rect">
            <a:avLst/>
          </a:prstGeom>
          <a:noFill/>
        </p:spPr>
        <p:txBody>
          <a:bodyPr lIns="0" tIns="0" rIns="0" bIns="0" anchor="t" anchorCtr="0"/>
          <a:lstStyle>
            <a:lvl1pPr algn="l">
              <a:lnSpc>
                <a:spcPct val="100000"/>
              </a:lnSpc>
              <a:defRPr sz="1800" b="0"/>
            </a:lvl1pPr>
          </a:lstStyle>
          <a:p>
            <a:r>
              <a:rPr lang="en-US"/>
              <a:t>Click to edit Master title style</a:t>
            </a:r>
            <a:endParaRPr lang="en-US" dirty="0"/>
          </a:p>
        </p:txBody>
      </p:sp>
      <p:sp>
        <p:nvSpPr>
          <p:cNvPr id="3" name="TextBox 2">
            <a:extLst>
              <a:ext uri="{FF2B5EF4-FFF2-40B4-BE49-F238E27FC236}">
                <a16:creationId xmlns:a16="http://schemas.microsoft.com/office/drawing/2014/main" id="{F24662C0-2AAB-725F-9E17-B54CCB5BA47D}"/>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Tree>
    <p:extLst>
      <p:ext uri="{BB962C8B-B14F-4D97-AF65-F5344CB8AC3E}">
        <p14:creationId xmlns:p14="http://schemas.microsoft.com/office/powerpoint/2010/main" val="3767035740"/>
      </p:ext>
    </p:extLst>
  </p:cSld>
  <p:clrMapOvr>
    <a:masterClrMapping/>
  </p:clrMapOvr>
  <p:extLst>
    <p:ext uri="{DCECCB84-F9BA-43D5-87BE-67443E8EF086}">
      <p15:sldGuideLst xmlns:p15="http://schemas.microsoft.com/office/powerpoint/2012/main">
        <p15:guide id="1" orient="horz" pos="32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Slide - Split - tex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1EB6990-0ED3-8B6A-CDDE-94E3134E15AB}"/>
              </a:ext>
            </a:extLst>
          </p:cNvPr>
          <p:cNvSpPr>
            <a:spLocks noGrp="1"/>
          </p:cNvSpPr>
          <p:nvPr>
            <p:ph type="body" sz="quarter" idx="61"/>
          </p:nvPr>
        </p:nvSpPr>
        <p:spPr>
          <a:xfrm>
            <a:off x="743578" y="2571751"/>
            <a:ext cx="8400422" cy="2571750"/>
          </a:xfrm>
          <a:solidFill>
            <a:schemeClr val="bg2"/>
          </a:solidFill>
        </p:spPr>
        <p:txBody>
          <a:bodyPr lIns="365760" tIns="365760" rIns="365760" bIns="6400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4">
            <a:extLst>
              <a:ext uri="{FF2B5EF4-FFF2-40B4-BE49-F238E27FC236}">
                <a16:creationId xmlns:a16="http://schemas.microsoft.com/office/drawing/2014/main" id="{DA16ECC7-95B6-4155-96E7-F0FFF0626F7E}"/>
              </a:ext>
            </a:extLst>
          </p:cNvPr>
          <p:cNvSpPr>
            <a:spLocks noGrp="1"/>
          </p:cNvSpPr>
          <p:nvPr>
            <p:ph type="body" sz="quarter" idx="57"/>
          </p:nvPr>
        </p:nvSpPr>
        <p:spPr>
          <a:xfrm>
            <a:off x="1100569" y="515665"/>
            <a:ext cx="4501387" cy="1800480"/>
          </a:xfrm>
        </p:spPr>
        <p:txBody>
          <a:bodyPr lIns="0" tIns="0" rIns="0" bIns="0">
            <a:normAutofit/>
          </a:bodyPr>
          <a:lstStyle>
            <a:lvl1pPr>
              <a:defRPr sz="2000"/>
            </a:lvl1pPr>
          </a:lstStyle>
          <a:p>
            <a:pPr lvl="0"/>
            <a:r>
              <a:rPr lang="en-US"/>
              <a:t>Click to edit Master text styles</a:t>
            </a:r>
          </a:p>
        </p:txBody>
      </p:sp>
      <p:sp>
        <p:nvSpPr>
          <p:cNvPr id="9" name="Rectangle 8">
            <a:extLst>
              <a:ext uri="{FF2B5EF4-FFF2-40B4-BE49-F238E27FC236}">
                <a16:creationId xmlns:a16="http://schemas.microsoft.com/office/drawing/2014/main" id="{AE87FD9B-4A46-4188-9F66-F09E1C0537B3}"/>
              </a:ext>
            </a:extLst>
          </p:cNvPr>
          <p:cNvSpPr/>
          <p:nvPr userDrawn="1"/>
        </p:nvSpPr>
        <p:spPr>
          <a:xfrm>
            <a:off x="-1" y="0"/>
            <a:ext cx="749808" cy="51435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562EB90-119F-7B7C-5472-16CE10A89780}"/>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Tree>
    <p:extLst>
      <p:ext uri="{BB962C8B-B14F-4D97-AF65-F5344CB8AC3E}">
        <p14:creationId xmlns:p14="http://schemas.microsoft.com/office/powerpoint/2010/main" val="501067770"/>
      </p:ext>
    </p:extLst>
  </p:cSld>
  <p:clrMapOvr>
    <a:masterClrMapping/>
  </p:clrMapOvr>
  <p:extLst>
    <p:ext uri="{DCECCB84-F9BA-43D5-87BE-67443E8EF086}">
      <p15:sldGuideLst xmlns:p15="http://schemas.microsoft.com/office/powerpoint/2012/main">
        <p15:guide id="1" orient="horz" pos="324">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hoto Slide - Multiple">
    <p:spTree>
      <p:nvGrpSpPr>
        <p:cNvPr id="1" name=""/>
        <p:cNvGrpSpPr/>
        <p:nvPr/>
      </p:nvGrpSpPr>
      <p:grpSpPr>
        <a:xfrm>
          <a:off x="0" y="0"/>
          <a:ext cx="0" cy="0"/>
          <a:chOff x="0" y="0"/>
          <a:chExt cx="0" cy="0"/>
        </a:xfrm>
      </p:grpSpPr>
      <p:sp>
        <p:nvSpPr>
          <p:cNvPr id="3" name="Picture Placeholder 2"/>
          <p:cNvSpPr>
            <a:spLocks noGrp="1"/>
          </p:cNvSpPr>
          <p:nvPr>
            <p:ph type="pic" sz="quarter" idx="21" hasCustomPrompt="1"/>
          </p:nvPr>
        </p:nvSpPr>
        <p:spPr>
          <a:xfrm>
            <a:off x="457200" y="1391881"/>
            <a:ext cx="4123076" cy="2216292"/>
          </a:xfrm>
          <a:prstGeom prst="rect">
            <a:avLst/>
          </a:prstGeom>
          <a:solidFill>
            <a:schemeClr val="bg2"/>
          </a:solidFill>
        </p:spPr>
        <p:txBody>
          <a:bodyPr vert="horz"/>
          <a:lstStyle>
            <a:lvl1pPr marL="0" marR="0" indent="0" algn="ctr" defTabSz="457200" rtl="0" eaLnBrk="1" fontAlgn="auto" latinLnBrk="0" hangingPunct="1">
              <a:lnSpc>
                <a:spcPct val="100000"/>
              </a:lnSpc>
              <a:spcBef>
                <a:spcPct val="20000"/>
              </a:spcBef>
              <a:spcAft>
                <a:spcPts val="0"/>
              </a:spcAft>
              <a:buClrTx/>
              <a:buSzTx/>
              <a:buFont typeface="Arial"/>
              <a:buNone/>
              <a:tabLst/>
              <a:defRPr sz="1200"/>
            </a:lvl1pPr>
          </a:lstStyle>
          <a:p>
            <a:r>
              <a:rPr lang="en-US"/>
              <a:t>Insert Photo</a:t>
            </a:r>
          </a:p>
        </p:txBody>
      </p:sp>
      <p:sp>
        <p:nvSpPr>
          <p:cNvPr id="6" name="Picture Placeholder 2"/>
          <p:cNvSpPr>
            <a:spLocks noGrp="1"/>
          </p:cNvSpPr>
          <p:nvPr>
            <p:ph type="pic" sz="quarter" idx="22" hasCustomPrompt="1"/>
          </p:nvPr>
        </p:nvSpPr>
        <p:spPr>
          <a:xfrm>
            <a:off x="4825308" y="182880"/>
            <a:ext cx="3871998" cy="1835390"/>
          </a:xfrm>
          <a:prstGeom prst="rect">
            <a:avLst/>
          </a:prstGeom>
          <a:solidFill>
            <a:schemeClr val="bg2"/>
          </a:solidFill>
        </p:spPr>
        <p:txBody>
          <a:bodyPr vert="horz"/>
          <a:lstStyle>
            <a:lvl1pPr marL="0" marR="0" indent="0" algn="ctr" defTabSz="457200" rtl="0" eaLnBrk="1" fontAlgn="auto" latinLnBrk="0" hangingPunct="1">
              <a:lnSpc>
                <a:spcPct val="100000"/>
              </a:lnSpc>
              <a:spcBef>
                <a:spcPct val="20000"/>
              </a:spcBef>
              <a:spcAft>
                <a:spcPts val="0"/>
              </a:spcAft>
              <a:buClrTx/>
              <a:buSzTx/>
              <a:buFont typeface="Arial"/>
              <a:buNone/>
              <a:tabLst/>
              <a:defRPr sz="1200"/>
            </a:lvl1pPr>
          </a:lstStyle>
          <a:p>
            <a:r>
              <a:rPr lang="en-US"/>
              <a:t>Insert Photo</a:t>
            </a:r>
          </a:p>
        </p:txBody>
      </p:sp>
      <p:sp>
        <p:nvSpPr>
          <p:cNvPr id="7" name="Picture Placeholder 2"/>
          <p:cNvSpPr>
            <a:spLocks noGrp="1"/>
          </p:cNvSpPr>
          <p:nvPr>
            <p:ph type="pic" sz="quarter" idx="23" hasCustomPrompt="1"/>
          </p:nvPr>
        </p:nvSpPr>
        <p:spPr>
          <a:xfrm>
            <a:off x="4825308" y="2479946"/>
            <a:ext cx="3871998" cy="1952011"/>
          </a:xfrm>
          <a:prstGeom prst="rect">
            <a:avLst/>
          </a:prstGeom>
          <a:solidFill>
            <a:schemeClr val="bg2"/>
          </a:solidFill>
        </p:spPr>
        <p:txBody>
          <a:bodyPr vert="horz"/>
          <a:lstStyle>
            <a:lvl1pPr marL="0" marR="0" indent="0" algn="ctr" defTabSz="457200" rtl="0" eaLnBrk="1" fontAlgn="auto" latinLnBrk="0" hangingPunct="1">
              <a:lnSpc>
                <a:spcPct val="100000"/>
              </a:lnSpc>
              <a:spcBef>
                <a:spcPct val="20000"/>
              </a:spcBef>
              <a:spcAft>
                <a:spcPts val="0"/>
              </a:spcAft>
              <a:buClrTx/>
              <a:buSzTx/>
              <a:buFont typeface="Arial"/>
              <a:buNone/>
              <a:tabLst/>
              <a:defRPr sz="1200"/>
            </a:lvl1pPr>
          </a:lstStyle>
          <a:p>
            <a:r>
              <a:rPr lang="en-US"/>
              <a:t>Insert Photo</a:t>
            </a:r>
          </a:p>
        </p:txBody>
      </p:sp>
      <p:sp>
        <p:nvSpPr>
          <p:cNvPr id="13" name="Text Placeholder 12">
            <a:extLst>
              <a:ext uri="{FF2B5EF4-FFF2-40B4-BE49-F238E27FC236}">
                <a16:creationId xmlns:a16="http://schemas.microsoft.com/office/drawing/2014/main" id="{F70C75BF-C07C-47CD-BC98-DC5F9CA1E633}"/>
              </a:ext>
            </a:extLst>
          </p:cNvPr>
          <p:cNvSpPr>
            <a:spLocks noGrp="1"/>
          </p:cNvSpPr>
          <p:nvPr>
            <p:ph type="body" sz="quarter" idx="62"/>
          </p:nvPr>
        </p:nvSpPr>
        <p:spPr>
          <a:xfrm>
            <a:off x="457200" y="4027648"/>
            <a:ext cx="4122738" cy="725487"/>
          </a:xfrm>
        </p:spPr>
        <p:txBody>
          <a:bodyPr/>
          <a:lstStyle/>
          <a:p>
            <a:pPr lvl="0"/>
            <a:r>
              <a:rPr lang="en-US"/>
              <a:t>Click to edit Master text styles</a:t>
            </a:r>
          </a:p>
        </p:txBody>
      </p:sp>
      <p:sp>
        <p:nvSpPr>
          <p:cNvPr id="17" name="Text Placeholder 16">
            <a:extLst>
              <a:ext uri="{FF2B5EF4-FFF2-40B4-BE49-F238E27FC236}">
                <a16:creationId xmlns:a16="http://schemas.microsoft.com/office/drawing/2014/main" id="{EDF822E2-A016-4350-A90C-517C3974F4D8}"/>
              </a:ext>
            </a:extLst>
          </p:cNvPr>
          <p:cNvSpPr>
            <a:spLocks noGrp="1"/>
          </p:cNvSpPr>
          <p:nvPr>
            <p:ph type="body" sz="quarter" idx="64" hasCustomPrompt="1"/>
          </p:nvPr>
        </p:nvSpPr>
        <p:spPr>
          <a:xfrm>
            <a:off x="4826000" y="2086495"/>
            <a:ext cx="3871913" cy="215380"/>
          </a:xfrm>
        </p:spPr>
        <p:txBody>
          <a:bodyPr lIns="0" tIns="0" rIns="0" bIns="0">
            <a:noAutofit/>
          </a:bodyPr>
          <a:lstStyle>
            <a:lvl1pPr marL="0" indent="0">
              <a:buNone/>
              <a:defRPr sz="600" i="1">
                <a:solidFill>
                  <a:srgbClr val="CBCBCB"/>
                </a:solidFill>
              </a:defRPr>
            </a:lvl1pPr>
          </a:lstStyle>
          <a:p>
            <a:pPr lvl="0"/>
            <a:r>
              <a:rPr lang="en-US"/>
              <a:t>Photo/Image Credit</a:t>
            </a:r>
          </a:p>
        </p:txBody>
      </p:sp>
      <p:sp>
        <p:nvSpPr>
          <p:cNvPr id="19" name="Text Placeholder 18">
            <a:extLst>
              <a:ext uri="{FF2B5EF4-FFF2-40B4-BE49-F238E27FC236}">
                <a16:creationId xmlns:a16="http://schemas.microsoft.com/office/drawing/2014/main" id="{2344F37C-48C1-4A08-9DB4-76F621838FAD}"/>
              </a:ext>
            </a:extLst>
          </p:cNvPr>
          <p:cNvSpPr>
            <a:spLocks noGrp="1"/>
          </p:cNvSpPr>
          <p:nvPr>
            <p:ph type="body" sz="quarter" idx="65" hasCustomPrompt="1"/>
          </p:nvPr>
        </p:nvSpPr>
        <p:spPr>
          <a:xfrm>
            <a:off x="4826000" y="4497388"/>
            <a:ext cx="3871913" cy="255587"/>
          </a:xfrm>
        </p:spPr>
        <p:txBody>
          <a:bodyPr lIns="0" tIns="0" rIns="0" bIns="0">
            <a:noAutofit/>
          </a:bodyPr>
          <a:lstStyle>
            <a:lvl1pPr marL="0" indent="0">
              <a:buNone/>
              <a:defRPr sz="600" i="1">
                <a:solidFill>
                  <a:srgbClr val="CBCBCB"/>
                </a:solidFill>
              </a:defRPr>
            </a:lvl1pPr>
          </a:lstStyle>
          <a:p>
            <a:pPr lvl="0"/>
            <a:r>
              <a:rPr lang="en-US"/>
              <a:t>Photo/Image Credit</a:t>
            </a:r>
          </a:p>
        </p:txBody>
      </p:sp>
      <p:sp>
        <p:nvSpPr>
          <p:cNvPr id="8" name="TextBox 7">
            <a:extLst>
              <a:ext uri="{FF2B5EF4-FFF2-40B4-BE49-F238E27FC236}">
                <a16:creationId xmlns:a16="http://schemas.microsoft.com/office/drawing/2014/main" id="{C7136E55-7DE3-D2CF-8B1B-394D8F969FED}"/>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
        <p:nvSpPr>
          <p:cNvPr id="9" name="Text Placeholder 14">
            <a:extLst>
              <a:ext uri="{FF2B5EF4-FFF2-40B4-BE49-F238E27FC236}">
                <a16:creationId xmlns:a16="http://schemas.microsoft.com/office/drawing/2014/main" id="{BBB907DC-C079-0123-DD1A-323F021F5BFE}"/>
              </a:ext>
            </a:extLst>
          </p:cNvPr>
          <p:cNvSpPr>
            <a:spLocks noGrp="1"/>
          </p:cNvSpPr>
          <p:nvPr>
            <p:ph type="body" sz="quarter" idx="52" hasCustomPrompt="1"/>
          </p:nvPr>
        </p:nvSpPr>
        <p:spPr>
          <a:xfrm>
            <a:off x="456644" y="3659280"/>
            <a:ext cx="4122738" cy="303120"/>
          </a:xfrm>
        </p:spPr>
        <p:txBody>
          <a:bodyPr>
            <a:noAutofit/>
          </a:bodyPr>
          <a:lstStyle>
            <a:lvl1pPr marL="0" indent="0">
              <a:buNone/>
              <a:defRPr sz="600" i="1">
                <a:solidFill>
                  <a:srgbClr val="CBCBCB"/>
                </a:solidFill>
              </a:defRPr>
            </a:lvl1pPr>
          </a:lstStyle>
          <a:p>
            <a:pPr lvl="0"/>
            <a:r>
              <a:rPr lang="en-US"/>
              <a:t>Photo/Image Credit</a:t>
            </a:r>
          </a:p>
        </p:txBody>
      </p:sp>
      <p:sp>
        <p:nvSpPr>
          <p:cNvPr id="2" name="Rectangle 1">
            <a:extLst>
              <a:ext uri="{FF2B5EF4-FFF2-40B4-BE49-F238E27FC236}">
                <a16:creationId xmlns:a16="http://schemas.microsoft.com/office/drawing/2014/main" id="{6156C6DF-5712-3B83-D9C6-A3F190933DFF}"/>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itle 20">
            <a:extLst>
              <a:ext uri="{FF2B5EF4-FFF2-40B4-BE49-F238E27FC236}">
                <a16:creationId xmlns:a16="http://schemas.microsoft.com/office/drawing/2014/main" id="{0CB0A2CE-6867-0AF8-FC16-F279FFB8F74B}"/>
              </a:ext>
            </a:extLst>
          </p:cNvPr>
          <p:cNvSpPr>
            <a:spLocks noGrp="1"/>
          </p:cNvSpPr>
          <p:nvPr>
            <p:ph type="title" hasCustomPrompt="1"/>
          </p:nvPr>
        </p:nvSpPr>
        <p:spPr>
          <a:xfrm>
            <a:off x="0" y="0"/>
            <a:ext cx="4579382" cy="1139377"/>
          </a:xfrm>
          <a:prstGeom prst="round2DiagRect">
            <a:avLst/>
          </a:prstGeom>
          <a:solidFill>
            <a:schemeClr val="tx2"/>
          </a:solidFill>
        </p:spPr>
        <p:txBody>
          <a:bodyPr anchor="ctr" anchorCtr="0"/>
          <a:lstStyle>
            <a:lvl1pPr algn="ctr">
              <a:lnSpc>
                <a:spcPct val="100000"/>
              </a:lnSpc>
              <a:defRPr sz="2500"/>
            </a:lvl1pPr>
          </a:lstStyle>
          <a:p>
            <a:r>
              <a:rPr lang="en-US" dirty="0"/>
              <a:t>Photo Slide</a:t>
            </a:r>
          </a:p>
        </p:txBody>
      </p:sp>
    </p:spTree>
    <p:extLst>
      <p:ext uri="{BB962C8B-B14F-4D97-AF65-F5344CB8AC3E}">
        <p14:creationId xmlns:p14="http://schemas.microsoft.com/office/powerpoint/2010/main" val="182824233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Organization/Peopl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1A529BD-0885-4573-99C8-4157FC9C40D0}"/>
              </a:ext>
            </a:extLst>
          </p:cNvPr>
          <p:cNvSpPr>
            <a:spLocks noGrp="1"/>
          </p:cNvSpPr>
          <p:nvPr>
            <p:ph type="pic" sz="quarter" idx="11"/>
          </p:nvPr>
        </p:nvSpPr>
        <p:spPr>
          <a:xfrm>
            <a:off x="431766" y="1592817"/>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8" name="Picture Placeholder 5">
            <a:extLst>
              <a:ext uri="{FF2B5EF4-FFF2-40B4-BE49-F238E27FC236}">
                <a16:creationId xmlns:a16="http://schemas.microsoft.com/office/drawing/2014/main" id="{06213BBD-3855-4B0B-8A84-51E9FC1372D1}"/>
              </a:ext>
            </a:extLst>
          </p:cNvPr>
          <p:cNvSpPr>
            <a:spLocks noGrp="1"/>
          </p:cNvSpPr>
          <p:nvPr>
            <p:ph type="pic" sz="quarter" idx="12"/>
          </p:nvPr>
        </p:nvSpPr>
        <p:spPr>
          <a:xfrm>
            <a:off x="1280720" y="1592816"/>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9" name="Picture Placeholder 5">
            <a:extLst>
              <a:ext uri="{FF2B5EF4-FFF2-40B4-BE49-F238E27FC236}">
                <a16:creationId xmlns:a16="http://schemas.microsoft.com/office/drawing/2014/main" id="{67D606CB-34C0-401F-875B-BEEEDC0345F5}"/>
              </a:ext>
            </a:extLst>
          </p:cNvPr>
          <p:cNvSpPr>
            <a:spLocks noGrp="1"/>
          </p:cNvSpPr>
          <p:nvPr>
            <p:ph type="pic" sz="quarter" idx="13"/>
          </p:nvPr>
        </p:nvSpPr>
        <p:spPr>
          <a:xfrm>
            <a:off x="2129674" y="1592815"/>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10" name="Picture Placeholder 5">
            <a:extLst>
              <a:ext uri="{FF2B5EF4-FFF2-40B4-BE49-F238E27FC236}">
                <a16:creationId xmlns:a16="http://schemas.microsoft.com/office/drawing/2014/main" id="{761B2D16-15AF-42DD-BA50-78E34CF6265C}"/>
              </a:ext>
            </a:extLst>
          </p:cNvPr>
          <p:cNvSpPr>
            <a:spLocks noGrp="1"/>
          </p:cNvSpPr>
          <p:nvPr>
            <p:ph type="pic" sz="quarter" idx="14"/>
          </p:nvPr>
        </p:nvSpPr>
        <p:spPr>
          <a:xfrm>
            <a:off x="2978628" y="1592814"/>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11" name="Picture Placeholder 5">
            <a:extLst>
              <a:ext uri="{FF2B5EF4-FFF2-40B4-BE49-F238E27FC236}">
                <a16:creationId xmlns:a16="http://schemas.microsoft.com/office/drawing/2014/main" id="{22A3C1B0-1F07-463E-92DE-7FE5C13FEC54}"/>
              </a:ext>
            </a:extLst>
          </p:cNvPr>
          <p:cNvSpPr>
            <a:spLocks noGrp="1"/>
          </p:cNvSpPr>
          <p:nvPr>
            <p:ph type="pic" sz="quarter" idx="15"/>
          </p:nvPr>
        </p:nvSpPr>
        <p:spPr>
          <a:xfrm>
            <a:off x="3827582" y="1592813"/>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12" name="Picture Placeholder 5">
            <a:extLst>
              <a:ext uri="{FF2B5EF4-FFF2-40B4-BE49-F238E27FC236}">
                <a16:creationId xmlns:a16="http://schemas.microsoft.com/office/drawing/2014/main" id="{7847C206-E8D5-4795-A08D-E50DEA08FF07}"/>
              </a:ext>
            </a:extLst>
          </p:cNvPr>
          <p:cNvSpPr>
            <a:spLocks noGrp="1"/>
          </p:cNvSpPr>
          <p:nvPr>
            <p:ph type="pic" sz="quarter" idx="16"/>
          </p:nvPr>
        </p:nvSpPr>
        <p:spPr>
          <a:xfrm>
            <a:off x="4676536" y="1592812"/>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13" name="Picture Placeholder 5">
            <a:extLst>
              <a:ext uri="{FF2B5EF4-FFF2-40B4-BE49-F238E27FC236}">
                <a16:creationId xmlns:a16="http://schemas.microsoft.com/office/drawing/2014/main" id="{6C1C3C0A-A4E2-4436-8A46-289CEC4F77EF}"/>
              </a:ext>
            </a:extLst>
          </p:cNvPr>
          <p:cNvSpPr>
            <a:spLocks noGrp="1"/>
          </p:cNvSpPr>
          <p:nvPr>
            <p:ph type="pic" sz="quarter" idx="17"/>
          </p:nvPr>
        </p:nvSpPr>
        <p:spPr>
          <a:xfrm>
            <a:off x="5525490" y="1592811"/>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14" name="Picture Placeholder 5">
            <a:extLst>
              <a:ext uri="{FF2B5EF4-FFF2-40B4-BE49-F238E27FC236}">
                <a16:creationId xmlns:a16="http://schemas.microsoft.com/office/drawing/2014/main" id="{BDF8D528-E9EA-4E35-8491-F6A997891283}"/>
              </a:ext>
            </a:extLst>
          </p:cNvPr>
          <p:cNvSpPr>
            <a:spLocks noGrp="1"/>
          </p:cNvSpPr>
          <p:nvPr>
            <p:ph type="pic" sz="quarter" idx="18"/>
          </p:nvPr>
        </p:nvSpPr>
        <p:spPr>
          <a:xfrm>
            <a:off x="6374444" y="1592810"/>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15" name="Picture Placeholder 5">
            <a:extLst>
              <a:ext uri="{FF2B5EF4-FFF2-40B4-BE49-F238E27FC236}">
                <a16:creationId xmlns:a16="http://schemas.microsoft.com/office/drawing/2014/main" id="{21D1C5A0-CC5F-476B-B4BA-09FD03598BB7}"/>
              </a:ext>
            </a:extLst>
          </p:cNvPr>
          <p:cNvSpPr>
            <a:spLocks noGrp="1"/>
          </p:cNvSpPr>
          <p:nvPr>
            <p:ph type="pic" sz="quarter" idx="19"/>
          </p:nvPr>
        </p:nvSpPr>
        <p:spPr>
          <a:xfrm>
            <a:off x="7223398" y="1592809"/>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16" name="Picture Placeholder 5">
            <a:extLst>
              <a:ext uri="{FF2B5EF4-FFF2-40B4-BE49-F238E27FC236}">
                <a16:creationId xmlns:a16="http://schemas.microsoft.com/office/drawing/2014/main" id="{CA0A3023-3E60-4D2C-A931-CC328FE9FE14}"/>
              </a:ext>
            </a:extLst>
          </p:cNvPr>
          <p:cNvSpPr>
            <a:spLocks noGrp="1"/>
          </p:cNvSpPr>
          <p:nvPr>
            <p:ph type="pic" sz="quarter" idx="20"/>
          </p:nvPr>
        </p:nvSpPr>
        <p:spPr>
          <a:xfrm>
            <a:off x="8072352" y="1592808"/>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5" name="Text Placeholder 4">
            <a:extLst>
              <a:ext uri="{FF2B5EF4-FFF2-40B4-BE49-F238E27FC236}">
                <a16:creationId xmlns:a16="http://schemas.microsoft.com/office/drawing/2014/main" id="{34224671-09ED-4FA8-983D-EAD721B0D100}"/>
              </a:ext>
            </a:extLst>
          </p:cNvPr>
          <p:cNvSpPr>
            <a:spLocks noGrp="1"/>
          </p:cNvSpPr>
          <p:nvPr>
            <p:ph type="body" sz="quarter" idx="22" hasCustomPrompt="1"/>
          </p:nvPr>
        </p:nvSpPr>
        <p:spPr>
          <a:xfrm>
            <a:off x="371475" y="2318970"/>
            <a:ext cx="789039" cy="273727"/>
          </a:xfrm>
        </p:spPr>
        <p:txBody>
          <a:bodyPr lIns="0" t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17" name="Text Placeholder 4">
            <a:extLst>
              <a:ext uri="{FF2B5EF4-FFF2-40B4-BE49-F238E27FC236}">
                <a16:creationId xmlns:a16="http://schemas.microsoft.com/office/drawing/2014/main" id="{4FF7F23A-1789-43BF-B20F-65A7ECB89F77}"/>
              </a:ext>
            </a:extLst>
          </p:cNvPr>
          <p:cNvSpPr>
            <a:spLocks noGrp="1"/>
          </p:cNvSpPr>
          <p:nvPr>
            <p:ph type="body" sz="quarter" idx="23" hasCustomPrompt="1"/>
          </p:nvPr>
        </p:nvSpPr>
        <p:spPr>
          <a:xfrm>
            <a:off x="371475" y="2632200"/>
            <a:ext cx="789039" cy="273727"/>
          </a:xfrm>
        </p:spPr>
        <p:txBody>
          <a:bodyPr anchor="t" anchorCtr="0"/>
          <a:lstStyle>
            <a:lvl1pPr marL="0" indent="0" algn="ctr">
              <a:buNone/>
              <a:defRPr sz="800" b="0"/>
            </a:lvl1pPr>
          </a:lstStyle>
          <a:p>
            <a:pPr lvl="0"/>
            <a:r>
              <a:rPr lang="en-US"/>
              <a:t>Title/Center</a:t>
            </a:r>
          </a:p>
        </p:txBody>
      </p:sp>
      <p:sp>
        <p:nvSpPr>
          <p:cNvPr id="19" name="Text Placeholder 4">
            <a:extLst>
              <a:ext uri="{FF2B5EF4-FFF2-40B4-BE49-F238E27FC236}">
                <a16:creationId xmlns:a16="http://schemas.microsoft.com/office/drawing/2014/main" id="{09C0580B-145C-42FD-AA24-171E95A5D6D1}"/>
              </a:ext>
            </a:extLst>
          </p:cNvPr>
          <p:cNvSpPr>
            <a:spLocks noGrp="1"/>
          </p:cNvSpPr>
          <p:nvPr>
            <p:ph type="body" sz="quarter" idx="24" hasCustomPrompt="1"/>
          </p:nvPr>
        </p:nvSpPr>
        <p:spPr>
          <a:xfrm>
            <a:off x="1220429" y="2318970"/>
            <a:ext cx="789039" cy="273727"/>
          </a:xfrm>
        </p:spPr>
        <p:txBody>
          <a:bodyPr lIns="0" t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20" name="Text Placeholder 4">
            <a:extLst>
              <a:ext uri="{FF2B5EF4-FFF2-40B4-BE49-F238E27FC236}">
                <a16:creationId xmlns:a16="http://schemas.microsoft.com/office/drawing/2014/main" id="{3A792742-716F-429B-A7B2-985D160C97AF}"/>
              </a:ext>
            </a:extLst>
          </p:cNvPr>
          <p:cNvSpPr>
            <a:spLocks noGrp="1"/>
          </p:cNvSpPr>
          <p:nvPr>
            <p:ph type="body" sz="quarter" idx="25" hasCustomPrompt="1"/>
          </p:nvPr>
        </p:nvSpPr>
        <p:spPr>
          <a:xfrm>
            <a:off x="1220429" y="2632200"/>
            <a:ext cx="789039" cy="273727"/>
          </a:xfrm>
        </p:spPr>
        <p:txBody>
          <a:bodyPr anchor="t" anchorCtr="0"/>
          <a:lstStyle>
            <a:lvl1pPr marL="0" indent="0" algn="ctr">
              <a:buNone/>
              <a:defRPr sz="800" b="0"/>
            </a:lvl1pPr>
          </a:lstStyle>
          <a:p>
            <a:pPr lvl="0"/>
            <a:r>
              <a:rPr lang="en-US"/>
              <a:t>Title/Center</a:t>
            </a:r>
          </a:p>
        </p:txBody>
      </p:sp>
      <p:sp>
        <p:nvSpPr>
          <p:cNvPr id="21" name="Text Placeholder 4">
            <a:extLst>
              <a:ext uri="{FF2B5EF4-FFF2-40B4-BE49-F238E27FC236}">
                <a16:creationId xmlns:a16="http://schemas.microsoft.com/office/drawing/2014/main" id="{FD25B8AE-4C6F-454E-88CF-0FBA4D1E3CE5}"/>
              </a:ext>
            </a:extLst>
          </p:cNvPr>
          <p:cNvSpPr>
            <a:spLocks noGrp="1"/>
          </p:cNvSpPr>
          <p:nvPr>
            <p:ph type="body" sz="quarter" idx="26" hasCustomPrompt="1"/>
          </p:nvPr>
        </p:nvSpPr>
        <p:spPr>
          <a:xfrm>
            <a:off x="2069383" y="2318970"/>
            <a:ext cx="789039" cy="273727"/>
          </a:xfrm>
        </p:spPr>
        <p:txBody>
          <a:bodyPr lIns="0" t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22" name="Text Placeholder 4">
            <a:extLst>
              <a:ext uri="{FF2B5EF4-FFF2-40B4-BE49-F238E27FC236}">
                <a16:creationId xmlns:a16="http://schemas.microsoft.com/office/drawing/2014/main" id="{272C8DB5-CC3D-4211-BD80-67AF8CD8F879}"/>
              </a:ext>
            </a:extLst>
          </p:cNvPr>
          <p:cNvSpPr>
            <a:spLocks noGrp="1"/>
          </p:cNvSpPr>
          <p:nvPr>
            <p:ph type="body" sz="quarter" idx="27" hasCustomPrompt="1"/>
          </p:nvPr>
        </p:nvSpPr>
        <p:spPr>
          <a:xfrm>
            <a:off x="2069383" y="2632200"/>
            <a:ext cx="789039" cy="273727"/>
          </a:xfrm>
        </p:spPr>
        <p:txBody>
          <a:bodyPr anchor="t" anchorCtr="0"/>
          <a:lstStyle>
            <a:lvl1pPr marL="0" indent="0" algn="ctr">
              <a:buNone/>
              <a:defRPr sz="800" b="0"/>
            </a:lvl1pPr>
          </a:lstStyle>
          <a:p>
            <a:pPr lvl="0"/>
            <a:r>
              <a:rPr lang="en-US"/>
              <a:t>Title/Center</a:t>
            </a:r>
          </a:p>
        </p:txBody>
      </p:sp>
      <p:sp>
        <p:nvSpPr>
          <p:cNvPr id="23" name="Text Placeholder 4">
            <a:extLst>
              <a:ext uri="{FF2B5EF4-FFF2-40B4-BE49-F238E27FC236}">
                <a16:creationId xmlns:a16="http://schemas.microsoft.com/office/drawing/2014/main" id="{192D8796-494D-46E1-BB4E-702BA3AF11BB}"/>
              </a:ext>
            </a:extLst>
          </p:cNvPr>
          <p:cNvSpPr>
            <a:spLocks noGrp="1"/>
          </p:cNvSpPr>
          <p:nvPr>
            <p:ph type="body" sz="quarter" idx="28" hasCustomPrompt="1"/>
          </p:nvPr>
        </p:nvSpPr>
        <p:spPr>
          <a:xfrm>
            <a:off x="2918337" y="2318970"/>
            <a:ext cx="789039" cy="273727"/>
          </a:xfrm>
        </p:spPr>
        <p:txBody>
          <a:bodyPr lIns="0" t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24" name="Text Placeholder 4">
            <a:extLst>
              <a:ext uri="{FF2B5EF4-FFF2-40B4-BE49-F238E27FC236}">
                <a16:creationId xmlns:a16="http://schemas.microsoft.com/office/drawing/2014/main" id="{CCB459A2-2E74-4103-9617-5F6B5F60CA9A}"/>
              </a:ext>
            </a:extLst>
          </p:cNvPr>
          <p:cNvSpPr>
            <a:spLocks noGrp="1"/>
          </p:cNvSpPr>
          <p:nvPr>
            <p:ph type="body" sz="quarter" idx="29" hasCustomPrompt="1"/>
          </p:nvPr>
        </p:nvSpPr>
        <p:spPr>
          <a:xfrm>
            <a:off x="2918337" y="2632200"/>
            <a:ext cx="789039" cy="273727"/>
          </a:xfrm>
        </p:spPr>
        <p:txBody>
          <a:bodyPr anchor="t" anchorCtr="0"/>
          <a:lstStyle>
            <a:lvl1pPr marL="0" indent="0" algn="ctr">
              <a:buNone/>
              <a:defRPr sz="800" b="0"/>
            </a:lvl1pPr>
          </a:lstStyle>
          <a:p>
            <a:pPr lvl="0"/>
            <a:r>
              <a:rPr lang="en-US"/>
              <a:t>Title/Center</a:t>
            </a:r>
          </a:p>
        </p:txBody>
      </p:sp>
      <p:sp>
        <p:nvSpPr>
          <p:cNvPr id="25" name="Text Placeholder 4">
            <a:extLst>
              <a:ext uri="{FF2B5EF4-FFF2-40B4-BE49-F238E27FC236}">
                <a16:creationId xmlns:a16="http://schemas.microsoft.com/office/drawing/2014/main" id="{0FEAE40C-B15B-406F-B301-2122D5E97BBB}"/>
              </a:ext>
            </a:extLst>
          </p:cNvPr>
          <p:cNvSpPr>
            <a:spLocks noGrp="1"/>
          </p:cNvSpPr>
          <p:nvPr>
            <p:ph type="body" sz="quarter" idx="30" hasCustomPrompt="1"/>
          </p:nvPr>
        </p:nvSpPr>
        <p:spPr>
          <a:xfrm>
            <a:off x="3767291" y="2318970"/>
            <a:ext cx="789039" cy="273727"/>
          </a:xfrm>
        </p:spPr>
        <p:txBody>
          <a:bodyPr lIns="0" t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26" name="Text Placeholder 4">
            <a:extLst>
              <a:ext uri="{FF2B5EF4-FFF2-40B4-BE49-F238E27FC236}">
                <a16:creationId xmlns:a16="http://schemas.microsoft.com/office/drawing/2014/main" id="{8734984E-F8D3-4C71-AE4B-7FCB18E02FBD}"/>
              </a:ext>
            </a:extLst>
          </p:cNvPr>
          <p:cNvSpPr>
            <a:spLocks noGrp="1"/>
          </p:cNvSpPr>
          <p:nvPr>
            <p:ph type="body" sz="quarter" idx="31" hasCustomPrompt="1"/>
          </p:nvPr>
        </p:nvSpPr>
        <p:spPr>
          <a:xfrm>
            <a:off x="3767291" y="2632200"/>
            <a:ext cx="789039" cy="273727"/>
          </a:xfrm>
        </p:spPr>
        <p:txBody>
          <a:bodyPr anchor="t" anchorCtr="0"/>
          <a:lstStyle>
            <a:lvl1pPr marL="0" indent="0" algn="ctr">
              <a:buNone/>
              <a:defRPr sz="800" b="0"/>
            </a:lvl1pPr>
          </a:lstStyle>
          <a:p>
            <a:pPr lvl="0"/>
            <a:r>
              <a:rPr lang="en-US"/>
              <a:t>Title/Center</a:t>
            </a:r>
          </a:p>
        </p:txBody>
      </p:sp>
      <p:sp>
        <p:nvSpPr>
          <p:cNvPr id="27" name="Text Placeholder 4">
            <a:extLst>
              <a:ext uri="{FF2B5EF4-FFF2-40B4-BE49-F238E27FC236}">
                <a16:creationId xmlns:a16="http://schemas.microsoft.com/office/drawing/2014/main" id="{679171E4-ECF2-4F6C-AF1D-338215896F89}"/>
              </a:ext>
            </a:extLst>
          </p:cNvPr>
          <p:cNvSpPr>
            <a:spLocks noGrp="1"/>
          </p:cNvSpPr>
          <p:nvPr>
            <p:ph type="body" sz="quarter" idx="32" hasCustomPrompt="1"/>
          </p:nvPr>
        </p:nvSpPr>
        <p:spPr>
          <a:xfrm>
            <a:off x="4616245" y="2318970"/>
            <a:ext cx="789039" cy="273727"/>
          </a:xfrm>
        </p:spPr>
        <p:txBody>
          <a:bodyPr lIns="0" t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28" name="Text Placeholder 4">
            <a:extLst>
              <a:ext uri="{FF2B5EF4-FFF2-40B4-BE49-F238E27FC236}">
                <a16:creationId xmlns:a16="http://schemas.microsoft.com/office/drawing/2014/main" id="{251809F2-386E-41F8-9724-BC4D70B01524}"/>
              </a:ext>
            </a:extLst>
          </p:cNvPr>
          <p:cNvSpPr>
            <a:spLocks noGrp="1"/>
          </p:cNvSpPr>
          <p:nvPr>
            <p:ph type="body" sz="quarter" idx="33" hasCustomPrompt="1"/>
          </p:nvPr>
        </p:nvSpPr>
        <p:spPr>
          <a:xfrm>
            <a:off x="4616245" y="2632200"/>
            <a:ext cx="789039" cy="273727"/>
          </a:xfrm>
        </p:spPr>
        <p:txBody>
          <a:bodyPr anchor="t" anchorCtr="0"/>
          <a:lstStyle>
            <a:lvl1pPr marL="0" indent="0" algn="ctr">
              <a:buNone/>
              <a:defRPr sz="800" b="0"/>
            </a:lvl1pPr>
          </a:lstStyle>
          <a:p>
            <a:pPr lvl="0"/>
            <a:r>
              <a:rPr lang="en-US"/>
              <a:t>Title/Center</a:t>
            </a:r>
          </a:p>
        </p:txBody>
      </p:sp>
      <p:sp>
        <p:nvSpPr>
          <p:cNvPr id="29" name="Text Placeholder 4">
            <a:extLst>
              <a:ext uri="{FF2B5EF4-FFF2-40B4-BE49-F238E27FC236}">
                <a16:creationId xmlns:a16="http://schemas.microsoft.com/office/drawing/2014/main" id="{95055070-C0E0-4AED-A9A4-78BE4ECD6679}"/>
              </a:ext>
            </a:extLst>
          </p:cNvPr>
          <p:cNvSpPr>
            <a:spLocks noGrp="1"/>
          </p:cNvSpPr>
          <p:nvPr>
            <p:ph type="body" sz="quarter" idx="34" hasCustomPrompt="1"/>
          </p:nvPr>
        </p:nvSpPr>
        <p:spPr>
          <a:xfrm>
            <a:off x="5465199" y="2318970"/>
            <a:ext cx="789039" cy="273727"/>
          </a:xfrm>
        </p:spPr>
        <p:txBody>
          <a:bodyPr lIns="0" t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30" name="Text Placeholder 4">
            <a:extLst>
              <a:ext uri="{FF2B5EF4-FFF2-40B4-BE49-F238E27FC236}">
                <a16:creationId xmlns:a16="http://schemas.microsoft.com/office/drawing/2014/main" id="{6C5032EB-34C8-4285-BB30-E7E2D0BB7211}"/>
              </a:ext>
            </a:extLst>
          </p:cNvPr>
          <p:cNvSpPr>
            <a:spLocks noGrp="1"/>
          </p:cNvSpPr>
          <p:nvPr>
            <p:ph type="body" sz="quarter" idx="35" hasCustomPrompt="1"/>
          </p:nvPr>
        </p:nvSpPr>
        <p:spPr>
          <a:xfrm>
            <a:off x="5465199" y="2632200"/>
            <a:ext cx="789039" cy="273727"/>
          </a:xfrm>
        </p:spPr>
        <p:txBody>
          <a:bodyPr anchor="t" anchorCtr="0"/>
          <a:lstStyle>
            <a:lvl1pPr marL="0" indent="0" algn="ctr">
              <a:buNone/>
              <a:defRPr sz="800" b="0"/>
            </a:lvl1pPr>
          </a:lstStyle>
          <a:p>
            <a:pPr lvl="0"/>
            <a:r>
              <a:rPr lang="en-US"/>
              <a:t>Title/Center</a:t>
            </a:r>
          </a:p>
        </p:txBody>
      </p:sp>
      <p:sp>
        <p:nvSpPr>
          <p:cNvPr id="31" name="Text Placeholder 4">
            <a:extLst>
              <a:ext uri="{FF2B5EF4-FFF2-40B4-BE49-F238E27FC236}">
                <a16:creationId xmlns:a16="http://schemas.microsoft.com/office/drawing/2014/main" id="{FDC5A0C0-AA66-40BE-B5B4-DBA6456BB258}"/>
              </a:ext>
            </a:extLst>
          </p:cNvPr>
          <p:cNvSpPr>
            <a:spLocks noGrp="1"/>
          </p:cNvSpPr>
          <p:nvPr>
            <p:ph type="body" sz="quarter" idx="36" hasCustomPrompt="1"/>
          </p:nvPr>
        </p:nvSpPr>
        <p:spPr>
          <a:xfrm>
            <a:off x="6314153" y="2318970"/>
            <a:ext cx="789039" cy="273727"/>
          </a:xfrm>
        </p:spPr>
        <p:txBody>
          <a:bodyPr lIns="0" t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32" name="Text Placeholder 4">
            <a:extLst>
              <a:ext uri="{FF2B5EF4-FFF2-40B4-BE49-F238E27FC236}">
                <a16:creationId xmlns:a16="http://schemas.microsoft.com/office/drawing/2014/main" id="{82125138-D56F-49B0-9B8B-7D74BAD1FCAA}"/>
              </a:ext>
            </a:extLst>
          </p:cNvPr>
          <p:cNvSpPr>
            <a:spLocks noGrp="1"/>
          </p:cNvSpPr>
          <p:nvPr>
            <p:ph type="body" sz="quarter" idx="37" hasCustomPrompt="1"/>
          </p:nvPr>
        </p:nvSpPr>
        <p:spPr>
          <a:xfrm>
            <a:off x="6314153" y="2632200"/>
            <a:ext cx="789039" cy="273727"/>
          </a:xfrm>
        </p:spPr>
        <p:txBody>
          <a:bodyPr anchor="t" anchorCtr="0"/>
          <a:lstStyle>
            <a:lvl1pPr marL="0" indent="0" algn="ctr">
              <a:buNone/>
              <a:defRPr sz="800" b="0"/>
            </a:lvl1pPr>
          </a:lstStyle>
          <a:p>
            <a:pPr lvl="0"/>
            <a:r>
              <a:rPr lang="en-US"/>
              <a:t>Title/Center</a:t>
            </a:r>
          </a:p>
        </p:txBody>
      </p:sp>
      <p:sp>
        <p:nvSpPr>
          <p:cNvPr id="33" name="Text Placeholder 4">
            <a:extLst>
              <a:ext uri="{FF2B5EF4-FFF2-40B4-BE49-F238E27FC236}">
                <a16:creationId xmlns:a16="http://schemas.microsoft.com/office/drawing/2014/main" id="{7AB0C0AB-3AF1-4A3A-B3D2-CF2E51B568C5}"/>
              </a:ext>
            </a:extLst>
          </p:cNvPr>
          <p:cNvSpPr>
            <a:spLocks noGrp="1"/>
          </p:cNvSpPr>
          <p:nvPr>
            <p:ph type="body" sz="quarter" idx="38" hasCustomPrompt="1"/>
          </p:nvPr>
        </p:nvSpPr>
        <p:spPr>
          <a:xfrm>
            <a:off x="7163107" y="2318970"/>
            <a:ext cx="789039" cy="273727"/>
          </a:xfrm>
        </p:spPr>
        <p:txBody>
          <a:bodyPr lIns="0" t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34" name="Text Placeholder 4">
            <a:extLst>
              <a:ext uri="{FF2B5EF4-FFF2-40B4-BE49-F238E27FC236}">
                <a16:creationId xmlns:a16="http://schemas.microsoft.com/office/drawing/2014/main" id="{077718C7-54C4-4992-BA81-1584EEBDF790}"/>
              </a:ext>
            </a:extLst>
          </p:cNvPr>
          <p:cNvSpPr>
            <a:spLocks noGrp="1"/>
          </p:cNvSpPr>
          <p:nvPr>
            <p:ph type="body" sz="quarter" idx="39" hasCustomPrompt="1"/>
          </p:nvPr>
        </p:nvSpPr>
        <p:spPr>
          <a:xfrm>
            <a:off x="7163107" y="2632200"/>
            <a:ext cx="789039" cy="273727"/>
          </a:xfrm>
        </p:spPr>
        <p:txBody>
          <a:bodyPr anchor="t" anchorCtr="0"/>
          <a:lstStyle>
            <a:lvl1pPr marL="0" indent="0" algn="ctr">
              <a:buNone/>
              <a:defRPr sz="800" b="0"/>
            </a:lvl1pPr>
          </a:lstStyle>
          <a:p>
            <a:pPr lvl="0"/>
            <a:r>
              <a:rPr lang="en-US"/>
              <a:t>Title/Center</a:t>
            </a:r>
          </a:p>
        </p:txBody>
      </p:sp>
      <p:sp>
        <p:nvSpPr>
          <p:cNvPr id="35" name="Text Placeholder 4">
            <a:extLst>
              <a:ext uri="{FF2B5EF4-FFF2-40B4-BE49-F238E27FC236}">
                <a16:creationId xmlns:a16="http://schemas.microsoft.com/office/drawing/2014/main" id="{3D74D20D-C671-4447-B31D-667B7696D6DC}"/>
              </a:ext>
            </a:extLst>
          </p:cNvPr>
          <p:cNvSpPr>
            <a:spLocks noGrp="1"/>
          </p:cNvSpPr>
          <p:nvPr>
            <p:ph type="body" sz="quarter" idx="40" hasCustomPrompt="1"/>
          </p:nvPr>
        </p:nvSpPr>
        <p:spPr>
          <a:xfrm>
            <a:off x="8012061" y="2318970"/>
            <a:ext cx="789039" cy="273727"/>
          </a:xfrm>
        </p:spPr>
        <p:txBody>
          <a:bodyPr lIns="0" t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36" name="Text Placeholder 4">
            <a:extLst>
              <a:ext uri="{FF2B5EF4-FFF2-40B4-BE49-F238E27FC236}">
                <a16:creationId xmlns:a16="http://schemas.microsoft.com/office/drawing/2014/main" id="{2C6140A0-C70B-40E0-B1BB-0E20C267AFFC}"/>
              </a:ext>
            </a:extLst>
          </p:cNvPr>
          <p:cNvSpPr>
            <a:spLocks noGrp="1"/>
          </p:cNvSpPr>
          <p:nvPr>
            <p:ph type="body" sz="quarter" idx="41" hasCustomPrompt="1"/>
          </p:nvPr>
        </p:nvSpPr>
        <p:spPr>
          <a:xfrm>
            <a:off x="8012061" y="2632200"/>
            <a:ext cx="789039" cy="273727"/>
          </a:xfrm>
        </p:spPr>
        <p:txBody>
          <a:bodyPr anchor="t" anchorCtr="0"/>
          <a:lstStyle>
            <a:lvl1pPr marL="0" indent="0" algn="ctr">
              <a:buNone/>
              <a:defRPr sz="800" b="0"/>
            </a:lvl1pPr>
          </a:lstStyle>
          <a:p>
            <a:pPr lvl="0"/>
            <a:r>
              <a:rPr lang="en-US"/>
              <a:t>Title/Center</a:t>
            </a:r>
          </a:p>
        </p:txBody>
      </p:sp>
      <p:sp>
        <p:nvSpPr>
          <p:cNvPr id="67" name="Picture Placeholder 5">
            <a:extLst>
              <a:ext uri="{FF2B5EF4-FFF2-40B4-BE49-F238E27FC236}">
                <a16:creationId xmlns:a16="http://schemas.microsoft.com/office/drawing/2014/main" id="{AFF61686-D651-41DC-80B3-15BC8C883188}"/>
              </a:ext>
            </a:extLst>
          </p:cNvPr>
          <p:cNvSpPr>
            <a:spLocks noGrp="1"/>
          </p:cNvSpPr>
          <p:nvPr>
            <p:ph type="pic" sz="quarter" idx="42"/>
          </p:nvPr>
        </p:nvSpPr>
        <p:spPr>
          <a:xfrm>
            <a:off x="431766" y="3206547"/>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68" name="Picture Placeholder 5">
            <a:extLst>
              <a:ext uri="{FF2B5EF4-FFF2-40B4-BE49-F238E27FC236}">
                <a16:creationId xmlns:a16="http://schemas.microsoft.com/office/drawing/2014/main" id="{45A17B8C-890F-4D15-B663-D63CB5DA7A2E}"/>
              </a:ext>
            </a:extLst>
          </p:cNvPr>
          <p:cNvSpPr>
            <a:spLocks noGrp="1"/>
          </p:cNvSpPr>
          <p:nvPr>
            <p:ph type="pic" sz="quarter" idx="43"/>
          </p:nvPr>
        </p:nvSpPr>
        <p:spPr>
          <a:xfrm>
            <a:off x="1280720" y="3206546"/>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69" name="Picture Placeholder 5">
            <a:extLst>
              <a:ext uri="{FF2B5EF4-FFF2-40B4-BE49-F238E27FC236}">
                <a16:creationId xmlns:a16="http://schemas.microsoft.com/office/drawing/2014/main" id="{B3B0BC5C-C645-4CC6-BDB7-28346D701A5C}"/>
              </a:ext>
            </a:extLst>
          </p:cNvPr>
          <p:cNvSpPr>
            <a:spLocks noGrp="1"/>
          </p:cNvSpPr>
          <p:nvPr>
            <p:ph type="pic" sz="quarter" idx="44"/>
          </p:nvPr>
        </p:nvSpPr>
        <p:spPr>
          <a:xfrm>
            <a:off x="2129674" y="3206545"/>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70" name="Picture Placeholder 5">
            <a:extLst>
              <a:ext uri="{FF2B5EF4-FFF2-40B4-BE49-F238E27FC236}">
                <a16:creationId xmlns:a16="http://schemas.microsoft.com/office/drawing/2014/main" id="{80487772-0E40-4BFF-B691-18C353E4597C}"/>
              </a:ext>
            </a:extLst>
          </p:cNvPr>
          <p:cNvSpPr>
            <a:spLocks noGrp="1"/>
          </p:cNvSpPr>
          <p:nvPr>
            <p:ph type="pic" sz="quarter" idx="45"/>
          </p:nvPr>
        </p:nvSpPr>
        <p:spPr>
          <a:xfrm>
            <a:off x="2978628" y="3206544"/>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71" name="Picture Placeholder 5">
            <a:extLst>
              <a:ext uri="{FF2B5EF4-FFF2-40B4-BE49-F238E27FC236}">
                <a16:creationId xmlns:a16="http://schemas.microsoft.com/office/drawing/2014/main" id="{6F16B967-D687-4D64-86A3-7A63BEED5AB6}"/>
              </a:ext>
            </a:extLst>
          </p:cNvPr>
          <p:cNvSpPr>
            <a:spLocks noGrp="1"/>
          </p:cNvSpPr>
          <p:nvPr>
            <p:ph type="pic" sz="quarter" idx="46"/>
          </p:nvPr>
        </p:nvSpPr>
        <p:spPr>
          <a:xfrm>
            <a:off x="3827582" y="3206543"/>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72" name="Picture Placeholder 5">
            <a:extLst>
              <a:ext uri="{FF2B5EF4-FFF2-40B4-BE49-F238E27FC236}">
                <a16:creationId xmlns:a16="http://schemas.microsoft.com/office/drawing/2014/main" id="{D736DCBA-5A05-47F6-8FE4-54771D84718E}"/>
              </a:ext>
            </a:extLst>
          </p:cNvPr>
          <p:cNvSpPr>
            <a:spLocks noGrp="1"/>
          </p:cNvSpPr>
          <p:nvPr>
            <p:ph type="pic" sz="quarter" idx="47"/>
          </p:nvPr>
        </p:nvSpPr>
        <p:spPr>
          <a:xfrm>
            <a:off x="4676536" y="3206542"/>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73" name="Picture Placeholder 5">
            <a:extLst>
              <a:ext uri="{FF2B5EF4-FFF2-40B4-BE49-F238E27FC236}">
                <a16:creationId xmlns:a16="http://schemas.microsoft.com/office/drawing/2014/main" id="{A0150D37-1D94-4043-B18E-9F85DAB90873}"/>
              </a:ext>
            </a:extLst>
          </p:cNvPr>
          <p:cNvSpPr>
            <a:spLocks noGrp="1"/>
          </p:cNvSpPr>
          <p:nvPr>
            <p:ph type="pic" sz="quarter" idx="48"/>
          </p:nvPr>
        </p:nvSpPr>
        <p:spPr>
          <a:xfrm>
            <a:off x="5525490" y="3206541"/>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74" name="Picture Placeholder 5">
            <a:extLst>
              <a:ext uri="{FF2B5EF4-FFF2-40B4-BE49-F238E27FC236}">
                <a16:creationId xmlns:a16="http://schemas.microsoft.com/office/drawing/2014/main" id="{8BA10313-44BD-4478-B928-0C2D33EF65E6}"/>
              </a:ext>
            </a:extLst>
          </p:cNvPr>
          <p:cNvSpPr>
            <a:spLocks noGrp="1"/>
          </p:cNvSpPr>
          <p:nvPr>
            <p:ph type="pic" sz="quarter" idx="49"/>
          </p:nvPr>
        </p:nvSpPr>
        <p:spPr>
          <a:xfrm>
            <a:off x="6374444" y="3206540"/>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75" name="Picture Placeholder 5">
            <a:extLst>
              <a:ext uri="{FF2B5EF4-FFF2-40B4-BE49-F238E27FC236}">
                <a16:creationId xmlns:a16="http://schemas.microsoft.com/office/drawing/2014/main" id="{734ABE7A-035E-4AB1-96EC-5616F3F3A57C}"/>
              </a:ext>
            </a:extLst>
          </p:cNvPr>
          <p:cNvSpPr>
            <a:spLocks noGrp="1"/>
          </p:cNvSpPr>
          <p:nvPr>
            <p:ph type="pic" sz="quarter" idx="50"/>
          </p:nvPr>
        </p:nvSpPr>
        <p:spPr>
          <a:xfrm>
            <a:off x="7223398" y="3206539"/>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76" name="Picture Placeholder 5">
            <a:extLst>
              <a:ext uri="{FF2B5EF4-FFF2-40B4-BE49-F238E27FC236}">
                <a16:creationId xmlns:a16="http://schemas.microsoft.com/office/drawing/2014/main" id="{61ECE862-920A-4ED4-A64D-25D8554CFB12}"/>
              </a:ext>
            </a:extLst>
          </p:cNvPr>
          <p:cNvSpPr>
            <a:spLocks noGrp="1"/>
          </p:cNvSpPr>
          <p:nvPr>
            <p:ph type="pic" sz="quarter" idx="51"/>
          </p:nvPr>
        </p:nvSpPr>
        <p:spPr>
          <a:xfrm>
            <a:off x="8072352" y="3206538"/>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77" name="Text Placeholder 4">
            <a:extLst>
              <a:ext uri="{FF2B5EF4-FFF2-40B4-BE49-F238E27FC236}">
                <a16:creationId xmlns:a16="http://schemas.microsoft.com/office/drawing/2014/main" id="{5AD73573-9F8F-43AE-8A47-27A4EA662440}"/>
              </a:ext>
            </a:extLst>
          </p:cNvPr>
          <p:cNvSpPr>
            <a:spLocks noGrp="1"/>
          </p:cNvSpPr>
          <p:nvPr>
            <p:ph type="body" sz="quarter" idx="52" hasCustomPrompt="1"/>
          </p:nvPr>
        </p:nvSpPr>
        <p:spPr>
          <a:xfrm>
            <a:off x="371475" y="3932700"/>
            <a:ext cx="789039" cy="273727"/>
          </a:xfrm>
        </p:spPr>
        <p:txBody>
          <a:bodyPr lIns="0" tIns="0" r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78" name="Text Placeholder 4">
            <a:extLst>
              <a:ext uri="{FF2B5EF4-FFF2-40B4-BE49-F238E27FC236}">
                <a16:creationId xmlns:a16="http://schemas.microsoft.com/office/drawing/2014/main" id="{FD1D8420-9732-43E4-A647-55365C8BB9D5}"/>
              </a:ext>
            </a:extLst>
          </p:cNvPr>
          <p:cNvSpPr>
            <a:spLocks noGrp="1"/>
          </p:cNvSpPr>
          <p:nvPr>
            <p:ph type="body" sz="quarter" idx="53" hasCustomPrompt="1"/>
          </p:nvPr>
        </p:nvSpPr>
        <p:spPr>
          <a:xfrm>
            <a:off x="371475" y="4245930"/>
            <a:ext cx="789039" cy="273727"/>
          </a:xfrm>
        </p:spPr>
        <p:txBody>
          <a:bodyPr anchor="t" anchorCtr="0"/>
          <a:lstStyle>
            <a:lvl1pPr marL="0" indent="0" algn="ctr">
              <a:buNone/>
              <a:defRPr sz="800" b="0"/>
            </a:lvl1pPr>
          </a:lstStyle>
          <a:p>
            <a:pPr lvl="0"/>
            <a:r>
              <a:rPr lang="en-US"/>
              <a:t>Title/Center</a:t>
            </a:r>
          </a:p>
        </p:txBody>
      </p:sp>
      <p:sp>
        <p:nvSpPr>
          <p:cNvPr id="79" name="Text Placeholder 4">
            <a:extLst>
              <a:ext uri="{FF2B5EF4-FFF2-40B4-BE49-F238E27FC236}">
                <a16:creationId xmlns:a16="http://schemas.microsoft.com/office/drawing/2014/main" id="{CDB4A538-90E4-45C0-88A1-BF42454ADA86}"/>
              </a:ext>
            </a:extLst>
          </p:cNvPr>
          <p:cNvSpPr>
            <a:spLocks noGrp="1"/>
          </p:cNvSpPr>
          <p:nvPr>
            <p:ph type="body" sz="quarter" idx="54" hasCustomPrompt="1"/>
          </p:nvPr>
        </p:nvSpPr>
        <p:spPr>
          <a:xfrm>
            <a:off x="1220429" y="3932700"/>
            <a:ext cx="789039" cy="273727"/>
          </a:xfrm>
        </p:spPr>
        <p:txBody>
          <a:bodyPr lIns="0" tIns="0" r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80" name="Text Placeholder 4">
            <a:extLst>
              <a:ext uri="{FF2B5EF4-FFF2-40B4-BE49-F238E27FC236}">
                <a16:creationId xmlns:a16="http://schemas.microsoft.com/office/drawing/2014/main" id="{871C4BA4-F38B-4357-B376-0D9AE045C18A}"/>
              </a:ext>
            </a:extLst>
          </p:cNvPr>
          <p:cNvSpPr>
            <a:spLocks noGrp="1"/>
          </p:cNvSpPr>
          <p:nvPr>
            <p:ph type="body" sz="quarter" idx="55" hasCustomPrompt="1"/>
          </p:nvPr>
        </p:nvSpPr>
        <p:spPr>
          <a:xfrm>
            <a:off x="1220429" y="4245930"/>
            <a:ext cx="789039" cy="273727"/>
          </a:xfrm>
        </p:spPr>
        <p:txBody>
          <a:bodyPr anchor="t" anchorCtr="0"/>
          <a:lstStyle>
            <a:lvl1pPr marL="0" indent="0" algn="ctr">
              <a:buNone/>
              <a:defRPr sz="800" b="0"/>
            </a:lvl1pPr>
          </a:lstStyle>
          <a:p>
            <a:pPr lvl="0"/>
            <a:r>
              <a:rPr lang="en-US"/>
              <a:t>Title/Center</a:t>
            </a:r>
          </a:p>
        </p:txBody>
      </p:sp>
      <p:sp>
        <p:nvSpPr>
          <p:cNvPr id="81" name="Text Placeholder 4">
            <a:extLst>
              <a:ext uri="{FF2B5EF4-FFF2-40B4-BE49-F238E27FC236}">
                <a16:creationId xmlns:a16="http://schemas.microsoft.com/office/drawing/2014/main" id="{1BB91304-BA43-4644-936D-E483439E9056}"/>
              </a:ext>
            </a:extLst>
          </p:cNvPr>
          <p:cNvSpPr>
            <a:spLocks noGrp="1"/>
          </p:cNvSpPr>
          <p:nvPr>
            <p:ph type="body" sz="quarter" idx="56" hasCustomPrompt="1"/>
          </p:nvPr>
        </p:nvSpPr>
        <p:spPr>
          <a:xfrm>
            <a:off x="2069383" y="3932700"/>
            <a:ext cx="789039" cy="273727"/>
          </a:xfrm>
        </p:spPr>
        <p:txBody>
          <a:bodyPr lIns="0" tIns="0" r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82" name="Text Placeholder 4">
            <a:extLst>
              <a:ext uri="{FF2B5EF4-FFF2-40B4-BE49-F238E27FC236}">
                <a16:creationId xmlns:a16="http://schemas.microsoft.com/office/drawing/2014/main" id="{4D2B37AE-57BE-4850-A568-3B81DC5AE4DF}"/>
              </a:ext>
            </a:extLst>
          </p:cNvPr>
          <p:cNvSpPr>
            <a:spLocks noGrp="1"/>
          </p:cNvSpPr>
          <p:nvPr>
            <p:ph type="body" sz="quarter" idx="57" hasCustomPrompt="1"/>
          </p:nvPr>
        </p:nvSpPr>
        <p:spPr>
          <a:xfrm>
            <a:off x="2069383" y="4245930"/>
            <a:ext cx="789039" cy="273727"/>
          </a:xfrm>
        </p:spPr>
        <p:txBody>
          <a:bodyPr anchor="t" anchorCtr="0"/>
          <a:lstStyle>
            <a:lvl1pPr marL="0" indent="0" algn="ctr">
              <a:buNone/>
              <a:defRPr sz="800" b="0"/>
            </a:lvl1pPr>
          </a:lstStyle>
          <a:p>
            <a:pPr lvl="0"/>
            <a:r>
              <a:rPr lang="en-US"/>
              <a:t>Title/Center</a:t>
            </a:r>
          </a:p>
        </p:txBody>
      </p:sp>
      <p:sp>
        <p:nvSpPr>
          <p:cNvPr id="83" name="Text Placeholder 4">
            <a:extLst>
              <a:ext uri="{FF2B5EF4-FFF2-40B4-BE49-F238E27FC236}">
                <a16:creationId xmlns:a16="http://schemas.microsoft.com/office/drawing/2014/main" id="{4C580F9B-9071-44D6-85C2-8FB9C1D1325F}"/>
              </a:ext>
            </a:extLst>
          </p:cNvPr>
          <p:cNvSpPr>
            <a:spLocks noGrp="1"/>
          </p:cNvSpPr>
          <p:nvPr>
            <p:ph type="body" sz="quarter" idx="58" hasCustomPrompt="1"/>
          </p:nvPr>
        </p:nvSpPr>
        <p:spPr>
          <a:xfrm>
            <a:off x="2918337" y="3932700"/>
            <a:ext cx="789039" cy="273727"/>
          </a:xfrm>
        </p:spPr>
        <p:txBody>
          <a:bodyPr lIns="0" tIns="0" r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84" name="Text Placeholder 4">
            <a:extLst>
              <a:ext uri="{FF2B5EF4-FFF2-40B4-BE49-F238E27FC236}">
                <a16:creationId xmlns:a16="http://schemas.microsoft.com/office/drawing/2014/main" id="{672476A3-2700-4105-8E7A-4E5712FD0CD9}"/>
              </a:ext>
            </a:extLst>
          </p:cNvPr>
          <p:cNvSpPr>
            <a:spLocks noGrp="1"/>
          </p:cNvSpPr>
          <p:nvPr>
            <p:ph type="body" sz="quarter" idx="59" hasCustomPrompt="1"/>
          </p:nvPr>
        </p:nvSpPr>
        <p:spPr>
          <a:xfrm>
            <a:off x="2918337" y="4245930"/>
            <a:ext cx="789039" cy="273727"/>
          </a:xfrm>
        </p:spPr>
        <p:txBody>
          <a:bodyPr anchor="t" anchorCtr="0"/>
          <a:lstStyle>
            <a:lvl1pPr marL="0" indent="0" algn="ctr">
              <a:buNone/>
              <a:defRPr sz="800" b="0"/>
            </a:lvl1pPr>
          </a:lstStyle>
          <a:p>
            <a:pPr lvl="0"/>
            <a:r>
              <a:rPr lang="en-US"/>
              <a:t>Title/Center</a:t>
            </a:r>
          </a:p>
        </p:txBody>
      </p:sp>
      <p:sp>
        <p:nvSpPr>
          <p:cNvPr id="85" name="Text Placeholder 4">
            <a:extLst>
              <a:ext uri="{FF2B5EF4-FFF2-40B4-BE49-F238E27FC236}">
                <a16:creationId xmlns:a16="http://schemas.microsoft.com/office/drawing/2014/main" id="{A4BE42C6-FFC9-4DDE-9412-F66D55630CA6}"/>
              </a:ext>
            </a:extLst>
          </p:cNvPr>
          <p:cNvSpPr>
            <a:spLocks noGrp="1"/>
          </p:cNvSpPr>
          <p:nvPr>
            <p:ph type="body" sz="quarter" idx="60" hasCustomPrompt="1"/>
          </p:nvPr>
        </p:nvSpPr>
        <p:spPr>
          <a:xfrm>
            <a:off x="3767291" y="3932700"/>
            <a:ext cx="789039" cy="273727"/>
          </a:xfrm>
        </p:spPr>
        <p:txBody>
          <a:bodyPr lIns="0" tIns="0" r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86" name="Text Placeholder 4">
            <a:extLst>
              <a:ext uri="{FF2B5EF4-FFF2-40B4-BE49-F238E27FC236}">
                <a16:creationId xmlns:a16="http://schemas.microsoft.com/office/drawing/2014/main" id="{95A868D2-8BE5-483D-997D-3D1448609BCB}"/>
              </a:ext>
            </a:extLst>
          </p:cNvPr>
          <p:cNvSpPr>
            <a:spLocks noGrp="1"/>
          </p:cNvSpPr>
          <p:nvPr>
            <p:ph type="body" sz="quarter" idx="61" hasCustomPrompt="1"/>
          </p:nvPr>
        </p:nvSpPr>
        <p:spPr>
          <a:xfrm>
            <a:off x="3767291" y="4245930"/>
            <a:ext cx="789039" cy="273727"/>
          </a:xfrm>
        </p:spPr>
        <p:txBody>
          <a:bodyPr anchor="t" anchorCtr="0"/>
          <a:lstStyle>
            <a:lvl1pPr marL="0" indent="0" algn="ctr">
              <a:buNone/>
              <a:defRPr sz="800" b="0"/>
            </a:lvl1pPr>
          </a:lstStyle>
          <a:p>
            <a:pPr lvl="0"/>
            <a:r>
              <a:rPr lang="en-US"/>
              <a:t>Title/Center</a:t>
            </a:r>
          </a:p>
        </p:txBody>
      </p:sp>
      <p:sp>
        <p:nvSpPr>
          <p:cNvPr id="87" name="Text Placeholder 4">
            <a:extLst>
              <a:ext uri="{FF2B5EF4-FFF2-40B4-BE49-F238E27FC236}">
                <a16:creationId xmlns:a16="http://schemas.microsoft.com/office/drawing/2014/main" id="{0F0D0101-1FF2-40B3-B55B-03C7AFE53436}"/>
              </a:ext>
            </a:extLst>
          </p:cNvPr>
          <p:cNvSpPr>
            <a:spLocks noGrp="1"/>
          </p:cNvSpPr>
          <p:nvPr>
            <p:ph type="body" sz="quarter" idx="62" hasCustomPrompt="1"/>
          </p:nvPr>
        </p:nvSpPr>
        <p:spPr>
          <a:xfrm>
            <a:off x="4616245" y="3932700"/>
            <a:ext cx="789039" cy="273727"/>
          </a:xfrm>
        </p:spPr>
        <p:txBody>
          <a:bodyPr lIns="0" tIns="0" r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88" name="Text Placeholder 4">
            <a:extLst>
              <a:ext uri="{FF2B5EF4-FFF2-40B4-BE49-F238E27FC236}">
                <a16:creationId xmlns:a16="http://schemas.microsoft.com/office/drawing/2014/main" id="{2838039E-47F9-4CDB-ADD3-D89B88AE26C3}"/>
              </a:ext>
            </a:extLst>
          </p:cNvPr>
          <p:cNvSpPr>
            <a:spLocks noGrp="1"/>
          </p:cNvSpPr>
          <p:nvPr>
            <p:ph type="body" sz="quarter" idx="63" hasCustomPrompt="1"/>
          </p:nvPr>
        </p:nvSpPr>
        <p:spPr>
          <a:xfrm>
            <a:off x="4616245" y="4245930"/>
            <a:ext cx="789039" cy="273727"/>
          </a:xfrm>
        </p:spPr>
        <p:txBody>
          <a:bodyPr anchor="t" anchorCtr="0"/>
          <a:lstStyle>
            <a:lvl1pPr marL="0" indent="0" algn="ctr">
              <a:buNone/>
              <a:defRPr sz="800" b="0"/>
            </a:lvl1pPr>
          </a:lstStyle>
          <a:p>
            <a:pPr lvl="0"/>
            <a:r>
              <a:rPr lang="en-US"/>
              <a:t>Title/Center</a:t>
            </a:r>
          </a:p>
        </p:txBody>
      </p:sp>
      <p:sp>
        <p:nvSpPr>
          <p:cNvPr id="89" name="Text Placeholder 4">
            <a:extLst>
              <a:ext uri="{FF2B5EF4-FFF2-40B4-BE49-F238E27FC236}">
                <a16:creationId xmlns:a16="http://schemas.microsoft.com/office/drawing/2014/main" id="{8C6019B0-EF3F-4235-BB75-0321019C9977}"/>
              </a:ext>
            </a:extLst>
          </p:cNvPr>
          <p:cNvSpPr>
            <a:spLocks noGrp="1"/>
          </p:cNvSpPr>
          <p:nvPr>
            <p:ph type="body" sz="quarter" idx="64" hasCustomPrompt="1"/>
          </p:nvPr>
        </p:nvSpPr>
        <p:spPr>
          <a:xfrm>
            <a:off x="5465199" y="3932700"/>
            <a:ext cx="789039" cy="273727"/>
          </a:xfrm>
        </p:spPr>
        <p:txBody>
          <a:bodyPr lIns="0" tIns="0" r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90" name="Text Placeholder 4">
            <a:extLst>
              <a:ext uri="{FF2B5EF4-FFF2-40B4-BE49-F238E27FC236}">
                <a16:creationId xmlns:a16="http://schemas.microsoft.com/office/drawing/2014/main" id="{8509B39E-02B1-4A98-9349-46576A123CE3}"/>
              </a:ext>
            </a:extLst>
          </p:cNvPr>
          <p:cNvSpPr>
            <a:spLocks noGrp="1"/>
          </p:cNvSpPr>
          <p:nvPr>
            <p:ph type="body" sz="quarter" idx="65" hasCustomPrompt="1"/>
          </p:nvPr>
        </p:nvSpPr>
        <p:spPr>
          <a:xfrm>
            <a:off x="5465199" y="4245930"/>
            <a:ext cx="789039" cy="273727"/>
          </a:xfrm>
        </p:spPr>
        <p:txBody>
          <a:bodyPr anchor="t" anchorCtr="0"/>
          <a:lstStyle>
            <a:lvl1pPr marL="0" indent="0" algn="ctr">
              <a:buNone/>
              <a:defRPr sz="800" b="0"/>
            </a:lvl1pPr>
          </a:lstStyle>
          <a:p>
            <a:pPr lvl="0"/>
            <a:r>
              <a:rPr lang="en-US"/>
              <a:t>Title/Center</a:t>
            </a:r>
          </a:p>
        </p:txBody>
      </p:sp>
      <p:sp>
        <p:nvSpPr>
          <p:cNvPr id="91" name="Text Placeholder 4">
            <a:extLst>
              <a:ext uri="{FF2B5EF4-FFF2-40B4-BE49-F238E27FC236}">
                <a16:creationId xmlns:a16="http://schemas.microsoft.com/office/drawing/2014/main" id="{70091A78-D184-454C-8DA3-A6DC30A485B2}"/>
              </a:ext>
            </a:extLst>
          </p:cNvPr>
          <p:cNvSpPr>
            <a:spLocks noGrp="1"/>
          </p:cNvSpPr>
          <p:nvPr>
            <p:ph type="body" sz="quarter" idx="66" hasCustomPrompt="1"/>
          </p:nvPr>
        </p:nvSpPr>
        <p:spPr>
          <a:xfrm>
            <a:off x="6314153" y="3932700"/>
            <a:ext cx="789039" cy="273727"/>
          </a:xfrm>
        </p:spPr>
        <p:txBody>
          <a:bodyPr lIns="0" tIns="0" r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92" name="Text Placeholder 4">
            <a:extLst>
              <a:ext uri="{FF2B5EF4-FFF2-40B4-BE49-F238E27FC236}">
                <a16:creationId xmlns:a16="http://schemas.microsoft.com/office/drawing/2014/main" id="{E5C4BDA3-0DC2-4FF1-8335-37DE8780B636}"/>
              </a:ext>
            </a:extLst>
          </p:cNvPr>
          <p:cNvSpPr>
            <a:spLocks noGrp="1"/>
          </p:cNvSpPr>
          <p:nvPr>
            <p:ph type="body" sz="quarter" idx="67" hasCustomPrompt="1"/>
          </p:nvPr>
        </p:nvSpPr>
        <p:spPr>
          <a:xfrm>
            <a:off x="6314153" y="4245930"/>
            <a:ext cx="789039" cy="273727"/>
          </a:xfrm>
        </p:spPr>
        <p:txBody>
          <a:bodyPr anchor="t" anchorCtr="0"/>
          <a:lstStyle>
            <a:lvl1pPr marL="0" indent="0" algn="ctr">
              <a:buNone/>
              <a:defRPr sz="800" b="0"/>
            </a:lvl1pPr>
          </a:lstStyle>
          <a:p>
            <a:pPr lvl="0"/>
            <a:r>
              <a:rPr lang="en-US"/>
              <a:t>Title/Center</a:t>
            </a:r>
          </a:p>
        </p:txBody>
      </p:sp>
      <p:sp>
        <p:nvSpPr>
          <p:cNvPr id="93" name="Text Placeholder 4">
            <a:extLst>
              <a:ext uri="{FF2B5EF4-FFF2-40B4-BE49-F238E27FC236}">
                <a16:creationId xmlns:a16="http://schemas.microsoft.com/office/drawing/2014/main" id="{667C31F9-9400-4AD5-B618-ACEB153E15AE}"/>
              </a:ext>
            </a:extLst>
          </p:cNvPr>
          <p:cNvSpPr>
            <a:spLocks noGrp="1"/>
          </p:cNvSpPr>
          <p:nvPr>
            <p:ph type="body" sz="quarter" idx="68" hasCustomPrompt="1"/>
          </p:nvPr>
        </p:nvSpPr>
        <p:spPr>
          <a:xfrm>
            <a:off x="7163107" y="3932700"/>
            <a:ext cx="789039" cy="273727"/>
          </a:xfrm>
        </p:spPr>
        <p:txBody>
          <a:bodyPr lIns="0" tIns="0" r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94" name="Text Placeholder 4">
            <a:extLst>
              <a:ext uri="{FF2B5EF4-FFF2-40B4-BE49-F238E27FC236}">
                <a16:creationId xmlns:a16="http://schemas.microsoft.com/office/drawing/2014/main" id="{8F08286F-AD3B-40EB-83EB-4D88A2F77C17}"/>
              </a:ext>
            </a:extLst>
          </p:cNvPr>
          <p:cNvSpPr>
            <a:spLocks noGrp="1"/>
          </p:cNvSpPr>
          <p:nvPr>
            <p:ph type="body" sz="quarter" idx="69" hasCustomPrompt="1"/>
          </p:nvPr>
        </p:nvSpPr>
        <p:spPr>
          <a:xfrm>
            <a:off x="7163107" y="4245930"/>
            <a:ext cx="789039" cy="273727"/>
          </a:xfrm>
        </p:spPr>
        <p:txBody>
          <a:bodyPr anchor="t" anchorCtr="0"/>
          <a:lstStyle>
            <a:lvl1pPr marL="0" indent="0" algn="ctr">
              <a:buNone/>
              <a:defRPr sz="800" b="0"/>
            </a:lvl1pPr>
          </a:lstStyle>
          <a:p>
            <a:pPr lvl="0"/>
            <a:r>
              <a:rPr lang="en-US"/>
              <a:t>Title/Center</a:t>
            </a:r>
          </a:p>
        </p:txBody>
      </p:sp>
      <p:sp>
        <p:nvSpPr>
          <p:cNvPr id="95" name="Text Placeholder 4">
            <a:extLst>
              <a:ext uri="{FF2B5EF4-FFF2-40B4-BE49-F238E27FC236}">
                <a16:creationId xmlns:a16="http://schemas.microsoft.com/office/drawing/2014/main" id="{6BD1A057-FD7A-4636-8A1A-BCFBBEF481C8}"/>
              </a:ext>
            </a:extLst>
          </p:cNvPr>
          <p:cNvSpPr>
            <a:spLocks noGrp="1"/>
          </p:cNvSpPr>
          <p:nvPr>
            <p:ph type="body" sz="quarter" idx="70" hasCustomPrompt="1"/>
          </p:nvPr>
        </p:nvSpPr>
        <p:spPr>
          <a:xfrm>
            <a:off x="8012061" y="3932700"/>
            <a:ext cx="789039" cy="273727"/>
          </a:xfrm>
        </p:spPr>
        <p:txBody>
          <a:bodyPr lIns="0" tIns="0" r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96" name="Text Placeholder 4">
            <a:extLst>
              <a:ext uri="{FF2B5EF4-FFF2-40B4-BE49-F238E27FC236}">
                <a16:creationId xmlns:a16="http://schemas.microsoft.com/office/drawing/2014/main" id="{DAA59115-8F47-4FDF-9E38-E7F4C0107CE3}"/>
              </a:ext>
            </a:extLst>
          </p:cNvPr>
          <p:cNvSpPr>
            <a:spLocks noGrp="1"/>
          </p:cNvSpPr>
          <p:nvPr>
            <p:ph type="body" sz="quarter" idx="71" hasCustomPrompt="1"/>
          </p:nvPr>
        </p:nvSpPr>
        <p:spPr>
          <a:xfrm>
            <a:off x="8012061" y="4245930"/>
            <a:ext cx="789039" cy="273727"/>
          </a:xfrm>
        </p:spPr>
        <p:txBody>
          <a:bodyPr anchor="t" anchorCtr="0"/>
          <a:lstStyle>
            <a:lvl1pPr marL="0" indent="0" algn="ctr">
              <a:buNone/>
              <a:defRPr sz="800" b="0"/>
            </a:lvl1pPr>
          </a:lstStyle>
          <a:p>
            <a:pPr lvl="0"/>
            <a:r>
              <a:rPr lang="en-US"/>
              <a:t>Title/Center</a:t>
            </a:r>
          </a:p>
        </p:txBody>
      </p:sp>
      <p:sp>
        <p:nvSpPr>
          <p:cNvPr id="4" name="TextBox 3">
            <a:extLst>
              <a:ext uri="{FF2B5EF4-FFF2-40B4-BE49-F238E27FC236}">
                <a16:creationId xmlns:a16="http://schemas.microsoft.com/office/drawing/2014/main" id="{FD12695A-47D5-A736-DD62-607969B0DDB1}"/>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
        <p:nvSpPr>
          <p:cNvPr id="3" name="Rectangle 2">
            <a:extLst>
              <a:ext uri="{FF2B5EF4-FFF2-40B4-BE49-F238E27FC236}">
                <a16:creationId xmlns:a16="http://schemas.microsoft.com/office/drawing/2014/main" id="{494E2DC0-ABDF-6183-ACD0-8E1C8E1767A7}"/>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itle 20">
            <a:extLst>
              <a:ext uri="{FF2B5EF4-FFF2-40B4-BE49-F238E27FC236}">
                <a16:creationId xmlns:a16="http://schemas.microsoft.com/office/drawing/2014/main" id="{640C9B6F-26ED-9D47-F62D-E3754B101805}"/>
              </a:ext>
            </a:extLst>
          </p:cNvPr>
          <p:cNvSpPr>
            <a:spLocks noGrp="1"/>
          </p:cNvSpPr>
          <p:nvPr>
            <p:ph type="title" hasCustomPrompt="1"/>
          </p:nvPr>
        </p:nvSpPr>
        <p:spPr>
          <a:xfrm>
            <a:off x="0" y="0"/>
            <a:ext cx="6894287" cy="1139380"/>
          </a:xfrm>
          <a:prstGeom prst="round2DiagRect">
            <a:avLst/>
          </a:prstGeom>
          <a:solidFill>
            <a:schemeClr val="tx2"/>
          </a:solidFill>
        </p:spPr>
        <p:txBody>
          <a:bodyPr anchor="ctr" anchorCtr="0"/>
          <a:lstStyle>
            <a:lvl1pPr algn="ctr">
              <a:lnSpc>
                <a:spcPct val="100000"/>
              </a:lnSpc>
              <a:defRPr sz="2500"/>
            </a:lvl1pPr>
          </a:lstStyle>
          <a:p>
            <a:r>
              <a:rPr lang="en-US" dirty="0"/>
              <a:t>Organizational / People Slide</a:t>
            </a:r>
          </a:p>
        </p:txBody>
      </p:sp>
    </p:spTree>
    <p:extLst>
      <p:ext uri="{BB962C8B-B14F-4D97-AF65-F5344CB8AC3E}">
        <p14:creationId xmlns:p14="http://schemas.microsoft.com/office/powerpoint/2010/main" val="2276095667"/>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Organization/Peopl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1A529BD-0885-4573-99C8-4157FC9C40D0}"/>
              </a:ext>
            </a:extLst>
          </p:cNvPr>
          <p:cNvSpPr>
            <a:spLocks noGrp="1"/>
          </p:cNvSpPr>
          <p:nvPr>
            <p:ph type="pic" sz="quarter" idx="11"/>
          </p:nvPr>
        </p:nvSpPr>
        <p:spPr>
          <a:xfrm>
            <a:off x="431766" y="1252566"/>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8" name="Picture Placeholder 5">
            <a:extLst>
              <a:ext uri="{FF2B5EF4-FFF2-40B4-BE49-F238E27FC236}">
                <a16:creationId xmlns:a16="http://schemas.microsoft.com/office/drawing/2014/main" id="{06213BBD-3855-4B0B-8A84-51E9FC1372D1}"/>
              </a:ext>
            </a:extLst>
          </p:cNvPr>
          <p:cNvSpPr>
            <a:spLocks noGrp="1"/>
          </p:cNvSpPr>
          <p:nvPr>
            <p:ph type="pic" sz="quarter" idx="12"/>
          </p:nvPr>
        </p:nvSpPr>
        <p:spPr>
          <a:xfrm>
            <a:off x="1280720" y="1252565"/>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9" name="Picture Placeholder 5">
            <a:extLst>
              <a:ext uri="{FF2B5EF4-FFF2-40B4-BE49-F238E27FC236}">
                <a16:creationId xmlns:a16="http://schemas.microsoft.com/office/drawing/2014/main" id="{67D606CB-34C0-401F-875B-BEEEDC0345F5}"/>
              </a:ext>
            </a:extLst>
          </p:cNvPr>
          <p:cNvSpPr>
            <a:spLocks noGrp="1"/>
          </p:cNvSpPr>
          <p:nvPr>
            <p:ph type="pic" sz="quarter" idx="13"/>
          </p:nvPr>
        </p:nvSpPr>
        <p:spPr>
          <a:xfrm>
            <a:off x="2129674" y="1252564"/>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10" name="Picture Placeholder 5">
            <a:extLst>
              <a:ext uri="{FF2B5EF4-FFF2-40B4-BE49-F238E27FC236}">
                <a16:creationId xmlns:a16="http://schemas.microsoft.com/office/drawing/2014/main" id="{761B2D16-15AF-42DD-BA50-78E34CF6265C}"/>
              </a:ext>
            </a:extLst>
          </p:cNvPr>
          <p:cNvSpPr>
            <a:spLocks noGrp="1"/>
          </p:cNvSpPr>
          <p:nvPr>
            <p:ph type="pic" sz="quarter" idx="14"/>
          </p:nvPr>
        </p:nvSpPr>
        <p:spPr>
          <a:xfrm>
            <a:off x="2978628" y="1252563"/>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11" name="Picture Placeholder 5">
            <a:extLst>
              <a:ext uri="{FF2B5EF4-FFF2-40B4-BE49-F238E27FC236}">
                <a16:creationId xmlns:a16="http://schemas.microsoft.com/office/drawing/2014/main" id="{22A3C1B0-1F07-463E-92DE-7FE5C13FEC54}"/>
              </a:ext>
            </a:extLst>
          </p:cNvPr>
          <p:cNvSpPr>
            <a:spLocks noGrp="1"/>
          </p:cNvSpPr>
          <p:nvPr>
            <p:ph type="pic" sz="quarter" idx="15"/>
          </p:nvPr>
        </p:nvSpPr>
        <p:spPr>
          <a:xfrm>
            <a:off x="3827582" y="1252562"/>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12" name="Picture Placeholder 5">
            <a:extLst>
              <a:ext uri="{FF2B5EF4-FFF2-40B4-BE49-F238E27FC236}">
                <a16:creationId xmlns:a16="http://schemas.microsoft.com/office/drawing/2014/main" id="{7847C206-E8D5-4795-A08D-E50DEA08FF07}"/>
              </a:ext>
            </a:extLst>
          </p:cNvPr>
          <p:cNvSpPr>
            <a:spLocks noGrp="1"/>
          </p:cNvSpPr>
          <p:nvPr>
            <p:ph type="pic" sz="quarter" idx="16"/>
          </p:nvPr>
        </p:nvSpPr>
        <p:spPr>
          <a:xfrm>
            <a:off x="4676536" y="1252561"/>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13" name="Picture Placeholder 5">
            <a:extLst>
              <a:ext uri="{FF2B5EF4-FFF2-40B4-BE49-F238E27FC236}">
                <a16:creationId xmlns:a16="http://schemas.microsoft.com/office/drawing/2014/main" id="{6C1C3C0A-A4E2-4436-8A46-289CEC4F77EF}"/>
              </a:ext>
            </a:extLst>
          </p:cNvPr>
          <p:cNvSpPr>
            <a:spLocks noGrp="1"/>
          </p:cNvSpPr>
          <p:nvPr>
            <p:ph type="pic" sz="quarter" idx="17"/>
          </p:nvPr>
        </p:nvSpPr>
        <p:spPr>
          <a:xfrm>
            <a:off x="5525490" y="1252560"/>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14" name="Picture Placeholder 5">
            <a:extLst>
              <a:ext uri="{FF2B5EF4-FFF2-40B4-BE49-F238E27FC236}">
                <a16:creationId xmlns:a16="http://schemas.microsoft.com/office/drawing/2014/main" id="{BDF8D528-E9EA-4E35-8491-F6A997891283}"/>
              </a:ext>
            </a:extLst>
          </p:cNvPr>
          <p:cNvSpPr>
            <a:spLocks noGrp="1"/>
          </p:cNvSpPr>
          <p:nvPr>
            <p:ph type="pic" sz="quarter" idx="18"/>
          </p:nvPr>
        </p:nvSpPr>
        <p:spPr>
          <a:xfrm>
            <a:off x="6374444" y="1252559"/>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15" name="Picture Placeholder 5">
            <a:extLst>
              <a:ext uri="{FF2B5EF4-FFF2-40B4-BE49-F238E27FC236}">
                <a16:creationId xmlns:a16="http://schemas.microsoft.com/office/drawing/2014/main" id="{21D1C5A0-CC5F-476B-B4BA-09FD03598BB7}"/>
              </a:ext>
            </a:extLst>
          </p:cNvPr>
          <p:cNvSpPr>
            <a:spLocks noGrp="1"/>
          </p:cNvSpPr>
          <p:nvPr>
            <p:ph type="pic" sz="quarter" idx="19"/>
          </p:nvPr>
        </p:nvSpPr>
        <p:spPr>
          <a:xfrm>
            <a:off x="7223398" y="1252558"/>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16" name="Picture Placeholder 5">
            <a:extLst>
              <a:ext uri="{FF2B5EF4-FFF2-40B4-BE49-F238E27FC236}">
                <a16:creationId xmlns:a16="http://schemas.microsoft.com/office/drawing/2014/main" id="{CA0A3023-3E60-4D2C-A931-CC328FE9FE14}"/>
              </a:ext>
            </a:extLst>
          </p:cNvPr>
          <p:cNvSpPr>
            <a:spLocks noGrp="1"/>
          </p:cNvSpPr>
          <p:nvPr>
            <p:ph type="pic" sz="quarter" idx="20"/>
          </p:nvPr>
        </p:nvSpPr>
        <p:spPr>
          <a:xfrm>
            <a:off x="8072352" y="1252557"/>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5" name="Text Placeholder 4">
            <a:extLst>
              <a:ext uri="{FF2B5EF4-FFF2-40B4-BE49-F238E27FC236}">
                <a16:creationId xmlns:a16="http://schemas.microsoft.com/office/drawing/2014/main" id="{34224671-09ED-4FA8-983D-EAD721B0D100}"/>
              </a:ext>
            </a:extLst>
          </p:cNvPr>
          <p:cNvSpPr>
            <a:spLocks noGrp="1"/>
          </p:cNvSpPr>
          <p:nvPr>
            <p:ph type="body" sz="quarter" idx="22" hasCustomPrompt="1"/>
          </p:nvPr>
        </p:nvSpPr>
        <p:spPr>
          <a:xfrm>
            <a:off x="371475" y="1978719"/>
            <a:ext cx="789039" cy="273727"/>
          </a:xfrm>
        </p:spPr>
        <p:txBody>
          <a:bodyPr lIns="0" t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17" name="Text Placeholder 4">
            <a:extLst>
              <a:ext uri="{FF2B5EF4-FFF2-40B4-BE49-F238E27FC236}">
                <a16:creationId xmlns:a16="http://schemas.microsoft.com/office/drawing/2014/main" id="{4FF7F23A-1789-43BF-B20F-65A7ECB89F77}"/>
              </a:ext>
            </a:extLst>
          </p:cNvPr>
          <p:cNvSpPr>
            <a:spLocks noGrp="1"/>
          </p:cNvSpPr>
          <p:nvPr>
            <p:ph type="body" sz="quarter" idx="23" hasCustomPrompt="1"/>
          </p:nvPr>
        </p:nvSpPr>
        <p:spPr>
          <a:xfrm>
            <a:off x="371475" y="2291949"/>
            <a:ext cx="789039" cy="273727"/>
          </a:xfrm>
        </p:spPr>
        <p:txBody>
          <a:bodyPr anchor="t" anchorCtr="0"/>
          <a:lstStyle>
            <a:lvl1pPr marL="0" indent="0" algn="ctr">
              <a:buNone/>
              <a:defRPr sz="800" b="0"/>
            </a:lvl1pPr>
          </a:lstStyle>
          <a:p>
            <a:pPr lvl="0"/>
            <a:r>
              <a:rPr lang="en-US"/>
              <a:t>Title/Center</a:t>
            </a:r>
          </a:p>
        </p:txBody>
      </p:sp>
      <p:sp>
        <p:nvSpPr>
          <p:cNvPr id="19" name="Text Placeholder 4">
            <a:extLst>
              <a:ext uri="{FF2B5EF4-FFF2-40B4-BE49-F238E27FC236}">
                <a16:creationId xmlns:a16="http://schemas.microsoft.com/office/drawing/2014/main" id="{09C0580B-145C-42FD-AA24-171E95A5D6D1}"/>
              </a:ext>
            </a:extLst>
          </p:cNvPr>
          <p:cNvSpPr>
            <a:spLocks noGrp="1"/>
          </p:cNvSpPr>
          <p:nvPr>
            <p:ph type="body" sz="quarter" idx="24" hasCustomPrompt="1"/>
          </p:nvPr>
        </p:nvSpPr>
        <p:spPr>
          <a:xfrm>
            <a:off x="1220429" y="1978719"/>
            <a:ext cx="789039" cy="273727"/>
          </a:xfrm>
        </p:spPr>
        <p:txBody>
          <a:bodyPr lIns="0" t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20" name="Text Placeholder 4">
            <a:extLst>
              <a:ext uri="{FF2B5EF4-FFF2-40B4-BE49-F238E27FC236}">
                <a16:creationId xmlns:a16="http://schemas.microsoft.com/office/drawing/2014/main" id="{3A792742-716F-429B-A7B2-985D160C97AF}"/>
              </a:ext>
            </a:extLst>
          </p:cNvPr>
          <p:cNvSpPr>
            <a:spLocks noGrp="1"/>
          </p:cNvSpPr>
          <p:nvPr>
            <p:ph type="body" sz="quarter" idx="25" hasCustomPrompt="1"/>
          </p:nvPr>
        </p:nvSpPr>
        <p:spPr>
          <a:xfrm>
            <a:off x="1220429" y="2291949"/>
            <a:ext cx="789039" cy="273727"/>
          </a:xfrm>
        </p:spPr>
        <p:txBody>
          <a:bodyPr anchor="t" anchorCtr="0"/>
          <a:lstStyle>
            <a:lvl1pPr marL="0" indent="0" algn="ctr">
              <a:buNone/>
              <a:defRPr sz="800" b="0"/>
            </a:lvl1pPr>
          </a:lstStyle>
          <a:p>
            <a:pPr lvl="0"/>
            <a:r>
              <a:rPr lang="en-US"/>
              <a:t>Title/Center</a:t>
            </a:r>
          </a:p>
        </p:txBody>
      </p:sp>
      <p:sp>
        <p:nvSpPr>
          <p:cNvPr id="21" name="Text Placeholder 4">
            <a:extLst>
              <a:ext uri="{FF2B5EF4-FFF2-40B4-BE49-F238E27FC236}">
                <a16:creationId xmlns:a16="http://schemas.microsoft.com/office/drawing/2014/main" id="{FD25B8AE-4C6F-454E-88CF-0FBA4D1E3CE5}"/>
              </a:ext>
            </a:extLst>
          </p:cNvPr>
          <p:cNvSpPr>
            <a:spLocks noGrp="1"/>
          </p:cNvSpPr>
          <p:nvPr>
            <p:ph type="body" sz="quarter" idx="26" hasCustomPrompt="1"/>
          </p:nvPr>
        </p:nvSpPr>
        <p:spPr>
          <a:xfrm>
            <a:off x="2069383" y="1978719"/>
            <a:ext cx="789039" cy="273727"/>
          </a:xfrm>
        </p:spPr>
        <p:txBody>
          <a:bodyPr lIns="0" t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22" name="Text Placeholder 4">
            <a:extLst>
              <a:ext uri="{FF2B5EF4-FFF2-40B4-BE49-F238E27FC236}">
                <a16:creationId xmlns:a16="http://schemas.microsoft.com/office/drawing/2014/main" id="{272C8DB5-CC3D-4211-BD80-67AF8CD8F879}"/>
              </a:ext>
            </a:extLst>
          </p:cNvPr>
          <p:cNvSpPr>
            <a:spLocks noGrp="1"/>
          </p:cNvSpPr>
          <p:nvPr>
            <p:ph type="body" sz="quarter" idx="27" hasCustomPrompt="1"/>
          </p:nvPr>
        </p:nvSpPr>
        <p:spPr>
          <a:xfrm>
            <a:off x="2069383" y="2291949"/>
            <a:ext cx="789039" cy="273727"/>
          </a:xfrm>
        </p:spPr>
        <p:txBody>
          <a:bodyPr anchor="t" anchorCtr="0"/>
          <a:lstStyle>
            <a:lvl1pPr marL="0" indent="0" algn="ctr">
              <a:buNone/>
              <a:defRPr sz="800" b="0"/>
            </a:lvl1pPr>
          </a:lstStyle>
          <a:p>
            <a:pPr lvl="0"/>
            <a:r>
              <a:rPr lang="en-US"/>
              <a:t>Title/Center</a:t>
            </a:r>
          </a:p>
        </p:txBody>
      </p:sp>
      <p:sp>
        <p:nvSpPr>
          <p:cNvPr id="23" name="Text Placeholder 4">
            <a:extLst>
              <a:ext uri="{FF2B5EF4-FFF2-40B4-BE49-F238E27FC236}">
                <a16:creationId xmlns:a16="http://schemas.microsoft.com/office/drawing/2014/main" id="{192D8796-494D-46E1-BB4E-702BA3AF11BB}"/>
              </a:ext>
            </a:extLst>
          </p:cNvPr>
          <p:cNvSpPr>
            <a:spLocks noGrp="1"/>
          </p:cNvSpPr>
          <p:nvPr>
            <p:ph type="body" sz="quarter" idx="28" hasCustomPrompt="1"/>
          </p:nvPr>
        </p:nvSpPr>
        <p:spPr>
          <a:xfrm>
            <a:off x="2918337" y="1978719"/>
            <a:ext cx="789039" cy="273727"/>
          </a:xfrm>
        </p:spPr>
        <p:txBody>
          <a:bodyPr lIns="0" t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24" name="Text Placeholder 4">
            <a:extLst>
              <a:ext uri="{FF2B5EF4-FFF2-40B4-BE49-F238E27FC236}">
                <a16:creationId xmlns:a16="http://schemas.microsoft.com/office/drawing/2014/main" id="{CCB459A2-2E74-4103-9617-5F6B5F60CA9A}"/>
              </a:ext>
            </a:extLst>
          </p:cNvPr>
          <p:cNvSpPr>
            <a:spLocks noGrp="1"/>
          </p:cNvSpPr>
          <p:nvPr>
            <p:ph type="body" sz="quarter" idx="29" hasCustomPrompt="1"/>
          </p:nvPr>
        </p:nvSpPr>
        <p:spPr>
          <a:xfrm>
            <a:off x="2918337" y="2291949"/>
            <a:ext cx="789039" cy="273727"/>
          </a:xfrm>
        </p:spPr>
        <p:txBody>
          <a:bodyPr anchor="t" anchorCtr="0"/>
          <a:lstStyle>
            <a:lvl1pPr marL="0" indent="0" algn="ctr">
              <a:buNone/>
              <a:defRPr sz="800" b="0"/>
            </a:lvl1pPr>
          </a:lstStyle>
          <a:p>
            <a:pPr lvl="0"/>
            <a:r>
              <a:rPr lang="en-US"/>
              <a:t>Title/Center</a:t>
            </a:r>
          </a:p>
        </p:txBody>
      </p:sp>
      <p:sp>
        <p:nvSpPr>
          <p:cNvPr id="25" name="Text Placeholder 4">
            <a:extLst>
              <a:ext uri="{FF2B5EF4-FFF2-40B4-BE49-F238E27FC236}">
                <a16:creationId xmlns:a16="http://schemas.microsoft.com/office/drawing/2014/main" id="{0FEAE40C-B15B-406F-B301-2122D5E97BBB}"/>
              </a:ext>
            </a:extLst>
          </p:cNvPr>
          <p:cNvSpPr>
            <a:spLocks noGrp="1"/>
          </p:cNvSpPr>
          <p:nvPr>
            <p:ph type="body" sz="quarter" idx="30" hasCustomPrompt="1"/>
          </p:nvPr>
        </p:nvSpPr>
        <p:spPr>
          <a:xfrm>
            <a:off x="3767291" y="1978719"/>
            <a:ext cx="789039" cy="273727"/>
          </a:xfrm>
        </p:spPr>
        <p:txBody>
          <a:bodyPr lIns="0" t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26" name="Text Placeholder 4">
            <a:extLst>
              <a:ext uri="{FF2B5EF4-FFF2-40B4-BE49-F238E27FC236}">
                <a16:creationId xmlns:a16="http://schemas.microsoft.com/office/drawing/2014/main" id="{8734984E-F8D3-4C71-AE4B-7FCB18E02FBD}"/>
              </a:ext>
            </a:extLst>
          </p:cNvPr>
          <p:cNvSpPr>
            <a:spLocks noGrp="1"/>
          </p:cNvSpPr>
          <p:nvPr>
            <p:ph type="body" sz="quarter" idx="31" hasCustomPrompt="1"/>
          </p:nvPr>
        </p:nvSpPr>
        <p:spPr>
          <a:xfrm>
            <a:off x="3767291" y="2291949"/>
            <a:ext cx="789039" cy="273727"/>
          </a:xfrm>
        </p:spPr>
        <p:txBody>
          <a:bodyPr anchor="t" anchorCtr="0"/>
          <a:lstStyle>
            <a:lvl1pPr marL="0" indent="0" algn="ctr">
              <a:buNone/>
              <a:defRPr sz="800" b="0"/>
            </a:lvl1pPr>
          </a:lstStyle>
          <a:p>
            <a:pPr lvl="0"/>
            <a:r>
              <a:rPr lang="en-US"/>
              <a:t>Title/Center</a:t>
            </a:r>
          </a:p>
        </p:txBody>
      </p:sp>
      <p:sp>
        <p:nvSpPr>
          <p:cNvPr id="27" name="Text Placeholder 4">
            <a:extLst>
              <a:ext uri="{FF2B5EF4-FFF2-40B4-BE49-F238E27FC236}">
                <a16:creationId xmlns:a16="http://schemas.microsoft.com/office/drawing/2014/main" id="{679171E4-ECF2-4F6C-AF1D-338215896F89}"/>
              </a:ext>
            </a:extLst>
          </p:cNvPr>
          <p:cNvSpPr>
            <a:spLocks noGrp="1"/>
          </p:cNvSpPr>
          <p:nvPr>
            <p:ph type="body" sz="quarter" idx="32" hasCustomPrompt="1"/>
          </p:nvPr>
        </p:nvSpPr>
        <p:spPr>
          <a:xfrm>
            <a:off x="4616245" y="1978719"/>
            <a:ext cx="789039" cy="273727"/>
          </a:xfrm>
        </p:spPr>
        <p:txBody>
          <a:bodyPr lIns="0" t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28" name="Text Placeholder 4">
            <a:extLst>
              <a:ext uri="{FF2B5EF4-FFF2-40B4-BE49-F238E27FC236}">
                <a16:creationId xmlns:a16="http://schemas.microsoft.com/office/drawing/2014/main" id="{251809F2-386E-41F8-9724-BC4D70B01524}"/>
              </a:ext>
            </a:extLst>
          </p:cNvPr>
          <p:cNvSpPr>
            <a:spLocks noGrp="1"/>
          </p:cNvSpPr>
          <p:nvPr>
            <p:ph type="body" sz="quarter" idx="33" hasCustomPrompt="1"/>
          </p:nvPr>
        </p:nvSpPr>
        <p:spPr>
          <a:xfrm>
            <a:off x="4616245" y="2291949"/>
            <a:ext cx="789039" cy="273727"/>
          </a:xfrm>
        </p:spPr>
        <p:txBody>
          <a:bodyPr anchor="t" anchorCtr="0"/>
          <a:lstStyle>
            <a:lvl1pPr marL="0" indent="0" algn="ctr">
              <a:buNone/>
              <a:defRPr sz="800" b="0"/>
            </a:lvl1pPr>
          </a:lstStyle>
          <a:p>
            <a:pPr lvl="0"/>
            <a:r>
              <a:rPr lang="en-US"/>
              <a:t>Title/Center</a:t>
            </a:r>
          </a:p>
        </p:txBody>
      </p:sp>
      <p:sp>
        <p:nvSpPr>
          <p:cNvPr id="29" name="Text Placeholder 4">
            <a:extLst>
              <a:ext uri="{FF2B5EF4-FFF2-40B4-BE49-F238E27FC236}">
                <a16:creationId xmlns:a16="http://schemas.microsoft.com/office/drawing/2014/main" id="{95055070-C0E0-4AED-A9A4-78BE4ECD6679}"/>
              </a:ext>
            </a:extLst>
          </p:cNvPr>
          <p:cNvSpPr>
            <a:spLocks noGrp="1"/>
          </p:cNvSpPr>
          <p:nvPr>
            <p:ph type="body" sz="quarter" idx="34" hasCustomPrompt="1"/>
          </p:nvPr>
        </p:nvSpPr>
        <p:spPr>
          <a:xfrm>
            <a:off x="5465199" y="1978719"/>
            <a:ext cx="789039" cy="273727"/>
          </a:xfrm>
        </p:spPr>
        <p:txBody>
          <a:bodyPr lIns="0" t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30" name="Text Placeholder 4">
            <a:extLst>
              <a:ext uri="{FF2B5EF4-FFF2-40B4-BE49-F238E27FC236}">
                <a16:creationId xmlns:a16="http://schemas.microsoft.com/office/drawing/2014/main" id="{6C5032EB-34C8-4285-BB30-E7E2D0BB7211}"/>
              </a:ext>
            </a:extLst>
          </p:cNvPr>
          <p:cNvSpPr>
            <a:spLocks noGrp="1"/>
          </p:cNvSpPr>
          <p:nvPr>
            <p:ph type="body" sz="quarter" idx="35" hasCustomPrompt="1"/>
          </p:nvPr>
        </p:nvSpPr>
        <p:spPr>
          <a:xfrm>
            <a:off x="5465199" y="2291949"/>
            <a:ext cx="789039" cy="273727"/>
          </a:xfrm>
        </p:spPr>
        <p:txBody>
          <a:bodyPr anchor="t" anchorCtr="0"/>
          <a:lstStyle>
            <a:lvl1pPr marL="0" indent="0" algn="ctr">
              <a:buNone/>
              <a:defRPr sz="800" b="0"/>
            </a:lvl1pPr>
          </a:lstStyle>
          <a:p>
            <a:pPr lvl="0"/>
            <a:r>
              <a:rPr lang="en-US"/>
              <a:t>Title/Center</a:t>
            </a:r>
          </a:p>
        </p:txBody>
      </p:sp>
      <p:sp>
        <p:nvSpPr>
          <p:cNvPr id="31" name="Text Placeholder 4">
            <a:extLst>
              <a:ext uri="{FF2B5EF4-FFF2-40B4-BE49-F238E27FC236}">
                <a16:creationId xmlns:a16="http://schemas.microsoft.com/office/drawing/2014/main" id="{FDC5A0C0-AA66-40BE-B5B4-DBA6456BB258}"/>
              </a:ext>
            </a:extLst>
          </p:cNvPr>
          <p:cNvSpPr>
            <a:spLocks noGrp="1"/>
          </p:cNvSpPr>
          <p:nvPr>
            <p:ph type="body" sz="quarter" idx="36" hasCustomPrompt="1"/>
          </p:nvPr>
        </p:nvSpPr>
        <p:spPr>
          <a:xfrm>
            <a:off x="6314153" y="1978719"/>
            <a:ext cx="789039" cy="273727"/>
          </a:xfrm>
        </p:spPr>
        <p:txBody>
          <a:bodyPr lIns="0" t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32" name="Text Placeholder 4">
            <a:extLst>
              <a:ext uri="{FF2B5EF4-FFF2-40B4-BE49-F238E27FC236}">
                <a16:creationId xmlns:a16="http://schemas.microsoft.com/office/drawing/2014/main" id="{82125138-D56F-49B0-9B8B-7D74BAD1FCAA}"/>
              </a:ext>
            </a:extLst>
          </p:cNvPr>
          <p:cNvSpPr>
            <a:spLocks noGrp="1"/>
          </p:cNvSpPr>
          <p:nvPr>
            <p:ph type="body" sz="quarter" idx="37" hasCustomPrompt="1"/>
          </p:nvPr>
        </p:nvSpPr>
        <p:spPr>
          <a:xfrm>
            <a:off x="6314153" y="2291949"/>
            <a:ext cx="789039" cy="273727"/>
          </a:xfrm>
        </p:spPr>
        <p:txBody>
          <a:bodyPr anchor="t" anchorCtr="0"/>
          <a:lstStyle>
            <a:lvl1pPr marL="0" indent="0" algn="ctr">
              <a:buNone/>
              <a:defRPr sz="800" b="0"/>
            </a:lvl1pPr>
          </a:lstStyle>
          <a:p>
            <a:pPr lvl="0"/>
            <a:r>
              <a:rPr lang="en-US"/>
              <a:t>Title/Center</a:t>
            </a:r>
          </a:p>
        </p:txBody>
      </p:sp>
      <p:sp>
        <p:nvSpPr>
          <p:cNvPr id="33" name="Text Placeholder 4">
            <a:extLst>
              <a:ext uri="{FF2B5EF4-FFF2-40B4-BE49-F238E27FC236}">
                <a16:creationId xmlns:a16="http://schemas.microsoft.com/office/drawing/2014/main" id="{7AB0C0AB-3AF1-4A3A-B3D2-CF2E51B568C5}"/>
              </a:ext>
            </a:extLst>
          </p:cNvPr>
          <p:cNvSpPr>
            <a:spLocks noGrp="1"/>
          </p:cNvSpPr>
          <p:nvPr>
            <p:ph type="body" sz="quarter" idx="38" hasCustomPrompt="1"/>
          </p:nvPr>
        </p:nvSpPr>
        <p:spPr>
          <a:xfrm>
            <a:off x="7163107" y="1978719"/>
            <a:ext cx="789039" cy="273727"/>
          </a:xfrm>
        </p:spPr>
        <p:txBody>
          <a:bodyPr lIns="0" t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34" name="Text Placeholder 4">
            <a:extLst>
              <a:ext uri="{FF2B5EF4-FFF2-40B4-BE49-F238E27FC236}">
                <a16:creationId xmlns:a16="http://schemas.microsoft.com/office/drawing/2014/main" id="{077718C7-54C4-4992-BA81-1584EEBDF790}"/>
              </a:ext>
            </a:extLst>
          </p:cNvPr>
          <p:cNvSpPr>
            <a:spLocks noGrp="1"/>
          </p:cNvSpPr>
          <p:nvPr>
            <p:ph type="body" sz="quarter" idx="39" hasCustomPrompt="1"/>
          </p:nvPr>
        </p:nvSpPr>
        <p:spPr>
          <a:xfrm>
            <a:off x="7163107" y="2291949"/>
            <a:ext cx="789039" cy="273727"/>
          </a:xfrm>
        </p:spPr>
        <p:txBody>
          <a:bodyPr anchor="t" anchorCtr="0"/>
          <a:lstStyle>
            <a:lvl1pPr marL="0" indent="0" algn="ctr">
              <a:buNone/>
              <a:defRPr sz="800" b="0"/>
            </a:lvl1pPr>
          </a:lstStyle>
          <a:p>
            <a:pPr lvl="0"/>
            <a:r>
              <a:rPr lang="en-US"/>
              <a:t>Title/Center</a:t>
            </a:r>
          </a:p>
        </p:txBody>
      </p:sp>
      <p:sp>
        <p:nvSpPr>
          <p:cNvPr id="35" name="Text Placeholder 4">
            <a:extLst>
              <a:ext uri="{FF2B5EF4-FFF2-40B4-BE49-F238E27FC236}">
                <a16:creationId xmlns:a16="http://schemas.microsoft.com/office/drawing/2014/main" id="{3D74D20D-C671-4447-B31D-667B7696D6DC}"/>
              </a:ext>
            </a:extLst>
          </p:cNvPr>
          <p:cNvSpPr>
            <a:spLocks noGrp="1"/>
          </p:cNvSpPr>
          <p:nvPr>
            <p:ph type="body" sz="quarter" idx="40" hasCustomPrompt="1"/>
          </p:nvPr>
        </p:nvSpPr>
        <p:spPr>
          <a:xfrm>
            <a:off x="8012061" y="1978719"/>
            <a:ext cx="789039" cy="273727"/>
          </a:xfrm>
        </p:spPr>
        <p:txBody>
          <a:bodyPr lIns="0" t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36" name="Text Placeholder 4">
            <a:extLst>
              <a:ext uri="{FF2B5EF4-FFF2-40B4-BE49-F238E27FC236}">
                <a16:creationId xmlns:a16="http://schemas.microsoft.com/office/drawing/2014/main" id="{2C6140A0-C70B-40E0-B1BB-0E20C267AFFC}"/>
              </a:ext>
            </a:extLst>
          </p:cNvPr>
          <p:cNvSpPr>
            <a:spLocks noGrp="1"/>
          </p:cNvSpPr>
          <p:nvPr>
            <p:ph type="body" sz="quarter" idx="41" hasCustomPrompt="1"/>
          </p:nvPr>
        </p:nvSpPr>
        <p:spPr>
          <a:xfrm>
            <a:off x="8012061" y="2291949"/>
            <a:ext cx="789039" cy="273727"/>
          </a:xfrm>
        </p:spPr>
        <p:txBody>
          <a:bodyPr anchor="t" anchorCtr="0"/>
          <a:lstStyle>
            <a:lvl1pPr marL="0" indent="0" algn="ctr">
              <a:buNone/>
              <a:defRPr sz="800" b="0"/>
            </a:lvl1pPr>
          </a:lstStyle>
          <a:p>
            <a:pPr lvl="0"/>
            <a:r>
              <a:rPr lang="en-US"/>
              <a:t>Title/Center</a:t>
            </a:r>
          </a:p>
        </p:txBody>
      </p:sp>
      <p:sp>
        <p:nvSpPr>
          <p:cNvPr id="67" name="Picture Placeholder 5">
            <a:extLst>
              <a:ext uri="{FF2B5EF4-FFF2-40B4-BE49-F238E27FC236}">
                <a16:creationId xmlns:a16="http://schemas.microsoft.com/office/drawing/2014/main" id="{AFF61686-D651-41DC-80B3-15BC8C883188}"/>
              </a:ext>
            </a:extLst>
          </p:cNvPr>
          <p:cNvSpPr>
            <a:spLocks noGrp="1"/>
          </p:cNvSpPr>
          <p:nvPr>
            <p:ph type="pic" sz="quarter" idx="42"/>
          </p:nvPr>
        </p:nvSpPr>
        <p:spPr>
          <a:xfrm>
            <a:off x="431766" y="2866296"/>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68" name="Picture Placeholder 5">
            <a:extLst>
              <a:ext uri="{FF2B5EF4-FFF2-40B4-BE49-F238E27FC236}">
                <a16:creationId xmlns:a16="http://schemas.microsoft.com/office/drawing/2014/main" id="{45A17B8C-890F-4D15-B663-D63CB5DA7A2E}"/>
              </a:ext>
            </a:extLst>
          </p:cNvPr>
          <p:cNvSpPr>
            <a:spLocks noGrp="1"/>
          </p:cNvSpPr>
          <p:nvPr>
            <p:ph type="pic" sz="quarter" idx="43"/>
          </p:nvPr>
        </p:nvSpPr>
        <p:spPr>
          <a:xfrm>
            <a:off x="1280720" y="2866295"/>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69" name="Picture Placeholder 5">
            <a:extLst>
              <a:ext uri="{FF2B5EF4-FFF2-40B4-BE49-F238E27FC236}">
                <a16:creationId xmlns:a16="http://schemas.microsoft.com/office/drawing/2014/main" id="{B3B0BC5C-C645-4CC6-BDB7-28346D701A5C}"/>
              </a:ext>
            </a:extLst>
          </p:cNvPr>
          <p:cNvSpPr>
            <a:spLocks noGrp="1"/>
          </p:cNvSpPr>
          <p:nvPr>
            <p:ph type="pic" sz="quarter" idx="44"/>
          </p:nvPr>
        </p:nvSpPr>
        <p:spPr>
          <a:xfrm>
            <a:off x="2129674" y="2866294"/>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70" name="Picture Placeholder 5">
            <a:extLst>
              <a:ext uri="{FF2B5EF4-FFF2-40B4-BE49-F238E27FC236}">
                <a16:creationId xmlns:a16="http://schemas.microsoft.com/office/drawing/2014/main" id="{80487772-0E40-4BFF-B691-18C353E4597C}"/>
              </a:ext>
            </a:extLst>
          </p:cNvPr>
          <p:cNvSpPr>
            <a:spLocks noGrp="1"/>
          </p:cNvSpPr>
          <p:nvPr>
            <p:ph type="pic" sz="quarter" idx="45"/>
          </p:nvPr>
        </p:nvSpPr>
        <p:spPr>
          <a:xfrm>
            <a:off x="2978628" y="2866293"/>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71" name="Picture Placeholder 5">
            <a:extLst>
              <a:ext uri="{FF2B5EF4-FFF2-40B4-BE49-F238E27FC236}">
                <a16:creationId xmlns:a16="http://schemas.microsoft.com/office/drawing/2014/main" id="{6F16B967-D687-4D64-86A3-7A63BEED5AB6}"/>
              </a:ext>
            </a:extLst>
          </p:cNvPr>
          <p:cNvSpPr>
            <a:spLocks noGrp="1"/>
          </p:cNvSpPr>
          <p:nvPr>
            <p:ph type="pic" sz="quarter" idx="46"/>
          </p:nvPr>
        </p:nvSpPr>
        <p:spPr>
          <a:xfrm>
            <a:off x="3827582" y="2866292"/>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72" name="Picture Placeholder 5">
            <a:extLst>
              <a:ext uri="{FF2B5EF4-FFF2-40B4-BE49-F238E27FC236}">
                <a16:creationId xmlns:a16="http://schemas.microsoft.com/office/drawing/2014/main" id="{D736DCBA-5A05-47F6-8FE4-54771D84718E}"/>
              </a:ext>
            </a:extLst>
          </p:cNvPr>
          <p:cNvSpPr>
            <a:spLocks noGrp="1"/>
          </p:cNvSpPr>
          <p:nvPr>
            <p:ph type="pic" sz="quarter" idx="47"/>
          </p:nvPr>
        </p:nvSpPr>
        <p:spPr>
          <a:xfrm>
            <a:off x="4676536" y="2866291"/>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73" name="Picture Placeholder 5">
            <a:extLst>
              <a:ext uri="{FF2B5EF4-FFF2-40B4-BE49-F238E27FC236}">
                <a16:creationId xmlns:a16="http://schemas.microsoft.com/office/drawing/2014/main" id="{A0150D37-1D94-4043-B18E-9F85DAB90873}"/>
              </a:ext>
            </a:extLst>
          </p:cNvPr>
          <p:cNvSpPr>
            <a:spLocks noGrp="1"/>
          </p:cNvSpPr>
          <p:nvPr>
            <p:ph type="pic" sz="quarter" idx="48"/>
          </p:nvPr>
        </p:nvSpPr>
        <p:spPr>
          <a:xfrm>
            <a:off x="5525490" y="2866290"/>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74" name="Picture Placeholder 5">
            <a:extLst>
              <a:ext uri="{FF2B5EF4-FFF2-40B4-BE49-F238E27FC236}">
                <a16:creationId xmlns:a16="http://schemas.microsoft.com/office/drawing/2014/main" id="{8BA10313-44BD-4478-B928-0C2D33EF65E6}"/>
              </a:ext>
            </a:extLst>
          </p:cNvPr>
          <p:cNvSpPr>
            <a:spLocks noGrp="1"/>
          </p:cNvSpPr>
          <p:nvPr>
            <p:ph type="pic" sz="quarter" idx="49"/>
          </p:nvPr>
        </p:nvSpPr>
        <p:spPr>
          <a:xfrm>
            <a:off x="6374444" y="2866289"/>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75" name="Picture Placeholder 5">
            <a:extLst>
              <a:ext uri="{FF2B5EF4-FFF2-40B4-BE49-F238E27FC236}">
                <a16:creationId xmlns:a16="http://schemas.microsoft.com/office/drawing/2014/main" id="{734ABE7A-035E-4AB1-96EC-5616F3F3A57C}"/>
              </a:ext>
            </a:extLst>
          </p:cNvPr>
          <p:cNvSpPr>
            <a:spLocks noGrp="1"/>
          </p:cNvSpPr>
          <p:nvPr>
            <p:ph type="pic" sz="quarter" idx="50"/>
          </p:nvPr>
        </p:nvSpPr>
        <p:spPr>
          <a:xfrm>
            <a:off x="7223398" y="2866288"/>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76" name="Picture Placeholder 5">
            <a:extLst>
              <a:ext uri="{FF2B5EF4-FFF2-40B4-BE49-F238E27FC236}">
                <a16:creationId xmlns:a16="http://schemas.microsoft.com/office/drawing/2014/main" id="{61ECE862-920A-4ED4-A64D-25D8554CFB12}"/>
              </a:ext>
            </a:extLst>
          </p:cNvPr>
          <p:cNvSpPr>
            <a:spLocks noGrp="1"/>
          </p:cNvSpPr>
          <p:nvPr>
            <p:ph type="pic" sz="quarter" idx="51"/>
          </p:nvPr>
        </p:nvSpPr>
        <p:spPr>
          <a:xfrm>
            <a:off x="8072352" y="2866287"/>
            <a:ext cx="668456" cy="668456"/>
          </a:xfrm>
          <a:prstGeom prst="ellipse">
            <a:avLst/>
          </a:prstGeom>
          <a:solidFill>
            <a:schemeClr val="accent1"/>
          </a:solidFill>
        </p:spPr>
        <p:txBody>
          <a:bodyPr/>
          <a:lstStyle>
            <a:lvl1pPr marL="0" indent="0" algn="ctr">
              <a:buNone/>
              <a:defRPr sz="100">
                <a:solidFill>
                  <a:schemeClr val="accent1"/>
                </a:solidFill>
              </a:defRPr>
            </a:lvl1pPr>
          </a:lstStyle>
          <a:p>
            <a:r>
              <a:rPr lang="en-US"/>
              <a:t>Click icon to add picture</a:t>
            </a:r>
          </a:p>
        </p:txBody>
      </p:sp>
      <p:sp>
        <p:nvSpPr>
          <p:cNvPr id="77" name="Text Placeholder 4">
            <a:extLst>
              <a:ext uri="{FF2B5EF4-FFF2-40B4-BE49-F238E27FC236}">
                <a16:creationId xmlns:a16="http://schemas.microsoft.com/office/drawing/2014/main" id="{5AD73573-9F8F-43AE-8A47-27A4EA662440}"/>
              </a:ext>
            </a:extLst>
          </p:cNvPr>
          <p:cNvSpPr>
            <a:spLocks noGrp="1"/>
          </p:cNvSpPr>
          <p:nvPr>
            <p:ph type="body" sz="quarter" idx="52" hasCustomPrompt="1"/>
          </p:nvPr>
        </p:nvSpPr>
        <p:spPr>
          <a:xfrm>
            <a:off x="371475" y="3592449"/>
            <a:ext cx="789039" cy="273727"/>
          </a:xfrm>
        </p:spPr>
        <p:txBody>
          <a:bodyPr lIns="0" tIns="0" r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78" name="Text Placeholder 4">
            <a:extLst>
              <a:ext uri="{FF2B5EF4-FFF2-40B4-BE49-F238E27FC236}">
                <a16:creationId xmlns:a16="http://schemas.microsoft.com/office/drawing/2014/main" id="{FD1D8420-9732-43E4-A647-55365C8BB9D5}"/>
              </a:ext>
            </a:extLst>
          </p:cNvPr>
          <p:cNvSpPr>
            <a:spLocks noGrp="1"/>
          </p:cNvSpPr>
          <p:nvPr>
            <p:ph type="body" sz="quarter" idx="53" hasCustomPrompt="1"/>
          </p:nvPr>
        </p:nvSpPr>
        <p:spPr>
          <a:xfrm>
            <a:off x="371475" y="3905679"/>
            <a:ext cx="789039" cy="273727"/>
          </a:xfrm>
        </p:spPr>
        <p:txBody>
          <a:bodyPr anchor="t" anchorCtr="0"/>
          <a:lstStyle>
            <a:lvl1pPr marL="0" indent="0" algn="ctr">
              <a:buNone/>
              <a:defRPr sz="800" b="0"/>
            </a:lvl1pPr>
          </a:lstStyle>
          <a:p>
            <a:pPr lvl="0"/>
            <a:r>
              <a:rPr lang="en-US"/>
              <a:t>Title/Center</a:t>
            </a:r>
          </a:p>
        </p:txBody>
      </p:sp>
      <p:sp>
        <p:nvSpPr>
          <p:cNvPr id="79" name="Text Placeholder 4">
            <a:extLst>
              <a:ext uri="{FF2B5EF4-FFF2-40B4-BE49-F238E27FC236}">
                <a16:creationId xmlns:a16="http://schemas.microsoft.com/office/drawing/2014/main" id="{CDB4A538-90E4-45C0-88A1-BF42454ADA86}"/>
              </a:ext>
            </a:extLst>
          </p:cNvPr>
          <p:cNvSpPr>
            <a:spLocks noGrp="1"/>
          </p:cNvSpPr>
          <p:nvPr>
            <p:ph type="body" sz="quarter" idx="54" hasCustomPrompt="1"/>
          </p:nvPr>
        </p:nvSpPr>
        <p:spPr>
          <a:xfrm>
            <a:off x="1220429" y="3592449"/>
            <a:ext cx="789039" cy="273727"/>
          </a:xfrm>
        </p:spPr>
        <p:txBody>
          <a:bodyPr lIns="0" tIns="0" r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80" name="Text Placeholder 4">
            <a:extLst>
              <a:ext uri="{FF2B5EF4-FFF2-40B4-BE49-F238E27FC236}">
                <a16:creationId xmlns:a16="http://schemas.microsoft.com/office/drawing/2014/main" id="{871C4BA4-F38B-4357-B376-0D9AE045C18A}"/>
              </a:ext>
            </a:extLst>
          </p:cNvPr>
          <p:cNvSpPr>
            <a:spLocks noGrp="1"/>
          </p:cNvSpPr>
          <p:nvPr>
            <p:ph type="body" sz="quarter" idx="55" hasCustomPrompt="1"/>
          </p:nvPr>
        </p:nvSpPr>
        <p:spPr>
          <a:xfrm>
            <a:off x="1220429" y="3905679"/>
            <a:ext cx="789039" cy="273727"/>
          </a:xfrm>
        </p:spPr>
        <p:txBody>
          <a:bodyPr anchor="t" anchorCtr="0"/>
          <a:lstStyle>
            <a:lvl1pPr marL="0" indent="0" algn="ctr">
              <a:buNone/>
              <a:defRPr sz="800" b="0"/>
            </a:lvl1pPr>
          </a:lstStyle>
          <a:p>
            <a:pPr lvl="0"/>
            <a:r>
              <a:rPr lang="en-US"/>
              <a:t>Title/Center</a:t>
            </a:r>
          </a:p>
        </p:txBody>
      </p:sp>
      <p:sp>
        <p:nvSpPr>
          <p:cNvPr id="81" name="Text Placeholder 4">
            <a:extLst>
              <a:ext uri="{FF2B5EF4-FFF2-40B4-BE49-F238E27FC236}">
                <a16:creationId xmlns:a16="http://schemas.microsoft.com/office/drawing/2014/main" id="{1BB91304-BA43-4644-936D-E483439E9056}"/>
              </a:ext>
            </a:extLst>
          </p:cNvPr>
          <p:cNvSpPr>
            <a:spLocks noGrp="1"/>
          </p:cNvSpPr>
          <p:nvPr>
            <p:ph type="body" sz="quarter" idx="56" hasCustomPrompt="1"/>
          </p:nvPr>
        </p:nvSpPr>
        <p:spPr>
          <a:xfrm>
            <a:off x="2069383" y="3592449"/>
            <a:ext cx="789039" cy="273727"/>
          </a:xfrm>
        </p:spPr>
        <p:txBody>
          <a:bodyPr lIns="0" tIns="0" r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82" name="Text Placeholder 4">
            <a:extLst>
              <a:ext uri="{FF2B5EF4-FFF2-40B4-BE49-F238E27FC236}">
                <a16:creationId xmlns:a16="http://schemas.microsoft.com/office/drawing/2014/main" id="{4D2B37AE-57BE-4850-A568-3B81DC5AE4DF}"/>
              </a:ext>
            </a:extLst>
          </p:cNvPr>
          <p:cNvSpPr>
            <a:spLocks noGrp="1"/>
          </p:cNvSpPr>
          <p:nvPr>
            <p:ph type="body" sz="quarter" idx="57" hasCustomPrompt="1"/>
          </p:nvPr>
        </p:nvSpPr>
        <p:spPr>
          <a:xfrm>
            <a:off x="2069383" y="3905679"/>
            <a:ext cx="789039" cy="273727"/>
          </a:xfrm>
        </p:spPr>
        <p:txBody>
          <a:bodyPr anchor="t" anchorCtr="0"/>
          <a:lstStyle>
            <a:lvl1pPr marL="0" indent="0" algn="ctr">
              <a:buNone/>
              <a:defRPr sz="800" b="0"/>
            </a:lvl1pPr>
          </a:lstStyle>
          <a:p>
            <a:pPr lvl="0"/>
            <a:r>
              <a:rPr lang="en-US"/>
              <a:t>Title/Center</a:t>
            </a:r>
          </a:p>
        </p:txBody>
      </p:sp>
      <p:sp>
        <p:nvSpPr>
          <p:cNvPr id="83" name="Text Placeholder 4">
            <a:extLst>
              <a:ext uri="{FF2B5EF4-FFF2-40B4-BE49-F238E27FC236}">
                <a16:creationId xmlns:a16="http://schemas.microsoft.com/office/drawing/2014/main" id="{4C580F9B-9071-44D6-85C2-8FB9C1D1325F}"/>
              </a:ext>
            </a:extLst>
          </p:cNvPr>
          <p:cNvSpPr>
            <a:spLocks noGrp="1"/>
          </p:cNvSpPr>
          <p:nvPr>
            <p:ph type="body" sz="quarter" idx="58" hasCustomPrompt="1"/>
          </p:nvPr>
        </p:nvSpPr>
        <p:spPr>
          <a:xfrm>
            <a:off x="2918337" y="3592449"/>
            <a:ext cx="789039" cy="273727"/>
          </a:xfrm>
        </p:spPr>
        <p:txBody>
          <a:bodyPr lIns="0" tIns="0" r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84" name="Text Placeholder 4">
            <a:extLst>
              <a:ext uri="{FF2B5EF4-FFF2-40B4-BE49-F238E27FC236}">
                <a16:creationId xmlns:a16="http://schemas.microsoft.com/office/drawing/2014/main" id="{672476A3-2700-4105-8E7A-4E5712FD0CD9}"/>
              </a:ext>
            </a:extLst>
          </p:cNvPr>
          <p:cNvSpPr>
            <a:spLocks noGrp="1"/>
          </p:cNvSpPr>
          <p:nvPr>
            <p:ph type="body" sz="quarter" idx="59" hasCustomPrompt="1"/>
          </p:nvPr>
        </p:nvSpPr>
        <p:spPr>
          <a:xfrm>
            <a:off x="2918337" y="3905679"/>
            <a:ext cx="789039" cy="273727"/>
          </a:xfrm>
        </p:spPr>
        <p:txBody>
          <a:bodyPr anchor="t" anchorCtr="0"/>
          <a:lstStyle>
            <a:lvl1pPr marL="0" indent="0" algn="ctr">
              <a:buNone/>
              <a:defRPr sz="800" b="0"/>
            </a:lvl1pPr>
          </a:lstStyle>
          <a:p>
            <a:pPr lvl="0"/>
            <a:r>
              <a:rPr lang="en-US"/>
              <a:t>Title/Center</a:t>
            </a:r>
          </a:p>
        </p:txBody>
      </p:sp>
      <p:sp>
        <p:nvSpPr>
          <p:cNvPr id="85" name="Text Placeholder 4">
            <a:extLst>
              <a:ext uri="{FF2B5EF4-FFF2-40B4-BE49-F238E27FC236}">
                <a16:creationId xmlns:a16="http://schemas.microsoft.com/office/drawing/2014/main" id="{A4BE42C6-FFC9-4DDE-9412-F66D55630CA6}"/>
              </a:ext>
            </a:extLst>
          </p:cNvPr>
          <p:cNvSpPr>
            <a:spLocks noGrp="1"/>
          </p:cNvSpPr>
          <p:nvPr>
            <p:ph type="body" sz="quarter" idx="60" hasCustomPrompt="1"/>
          </p:nvPr>
        </p:nvSpPr>
        <p:spPr>
          <a:xfrm>
            <a:off x="3767291" y="3592449"/>
            <a:ext cx="789039" cy="273727"/>
          </a:xfrm>
        </p:spPr>
        <p:txBody>
          <a:bodyPr lIns="0" tIns="0" r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86" name="Text Placeholder 4">
            <a:extLst>
              <a:ext uri="{FF2B5EF4-FFF2-40B4-BE49-F238E27FC236}">
                <a16:creationId xmlns:a16="http://schemas.microsoft.com/office/drawing/2014/main" id="{95A868D2-8BE5-483D-997D-3D1448609BCB}"/>
              </a:ext>
            </a:extLst>
          </p:cNvPr>
          <p:cNvSpPr>
            <a:spLocks noGrp="1"/>
          </p:cNvSpPr>
          <p:nvPr>
            <p:ph type="body" sz="quarter" idx="61" hasCustomPrompt="1"/>
          </p:nvPr>
        </p:nvSpPr>
        <p:spPr>
          <a:xfrm>
            <a:off x="3767291" y="3905679"/>
            <a:ext cx="789039" cy="273727"/>
          </a:xfrm>
        </p:spPr>
        <p:txBody>
          <a:bodyPr anchor="t" anchorCtr="0"/>
          <a:lstStyle>
            <a:lvl1pPr marL="0" indent="0" algn="ctr">
              <a:buNone/>
              <a:defRPr sz="800" b="0"/>
            </a:lvl1pPr>
          </a:lstStyle>
          <a:p>
            <a:pPr lvl="0"/>
            <a:r>
              <a:rPr lang="en-US"/>
              <a:t>Title/Center</a:t>
            </a:r>
          </a:p>
        </p:txBody>
      </p:sp>
      <p:sp>
        <p:nvSpPr>
          <p:cNvPr id="87" name="Text Placeholder 4">
            <a:extLst>
              <a:ext uri="{FF2B5EF4-FFF2-40B4-BE49-F238E27FC236}">
                <a16:creationId xmlns:a16="http://schemas.microsoft.com/office/drawing/2014/main" id="{0F0D0101-1FF2-40B3-B55B-03C7AFE53436}"/>
              </a:ext>
            </a:extLst>
          </p:cNvPr>
          <p:cNvSpPr>
            <a:spLocks noGrp="1"/>
          </p:cNvSpPr>
          <p:nvPr>
            <p:ph type="body" sz="quarter" idx="62" hasCustomPrompt="1"/>
          </p:nvPr>
        </p:nvSpPr>
        <p:spPr>
          <a:xfrm>
            <a:off x="4616245" y="3592449"/>
            <a:ext cx="789039" cy="273727"/>
          </a:xfrm>
        </p:spPr>
        <p:txBody>
          <a:bodyPr lIns="0" tIns="0" r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88" name="Text Placeholder 4">
            <a:extLst>
              <a:ext uri="{FF2B5EF4-FFF2-40B4-BE49-F238E27FC236}">
                <a16:creationId xmlns:a16="http://schemas.microsoft.com/office/drawing/2014/main" id="{2838039E-47F9-4CDB-ADD3-D89B88AE26C3}"/>
              </a:ext>
            </a:extLst>
          </p:cNvPr>
          <p:cNvSpPr>
            <a:spLocks noGrp="1"/>
          </p:cNvSpPr>
          <p:nvPr>
            <p:ph type="body" sz="quarter" idx="63" hasCustomPrompt="1"/>
          </p:nvPr>
        </p:nvSpPr>
        <p:spPr>
          <a:xfrm>
            <a:off x="4616245" y="3905679"/>
            <a:ext cx="789039" cy="273727"/>
          </a:xfrm>
        </p:spPr>
        <p:txBody>
          <a:bodyPr anchor="t" anchorCtr="0"/>
          <a:lstStyle>
            <a:lvl1pPr marL="0" indent="0" algn="ctr">
              <a:buNone/>
              <a:defRPr sz="800" b="0"/>
            </a:lvl1pPr>
          </a:lstStyle>
          <a:p>
            <a:pPr lvl="0"/>
            <a:r>
              <a:rPr lang="en-US"/>
              <a:t>Title/Center</a:t>
            </a:r>
          </a:p>
        </p:txBody>
      </p:sp>
      <p:sp>
        <p:nvSpPr>
          <p:cNvPr id="89" name="Text Placeholder 4">
            <a:extLst>
              <a:ext uri="{FF2B5EF4-FFF2-40B4-BE49-F238E27FC236}">
                <a16:creationId xmlns:a16="http://schemas.microsoft.com/office/drawing/2014/main" id="{8C6019B0-EF3F-4235-BB75-0321019C9977}"/>
              </a:ext>
            </a:extLst>
          </p:cNvPr>
          <p:cNvSpPr>
            <a:spLocks noGrp="1"/>
          </p:cNvSpPr>
          <p:nvPr>
            <p:ph type="body" sz="quarter" idx="64" hasCustomPrompt="1"/>
          </p:nvPr>
        </p:nvSpPr>
        <p:spPr>
          <a:xfrm>
            <a:off x="5465199" y="3592449"/>
            <a:ext cx="789039" cy="273727"/>
          </a:xfrm>
        </p:spPr>
        <p:txBody>
          <a:bodyPr lIns="0" tIns="0" r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90" name="Text Placeholder 4">
            <a:extLst>
              <a:ext uri="{FF2B5EF4-FFF2-40B4-BE49-F238E27FC236}">
                <a16:creationId xmlns:a16="http://schemas.microsoft.com/office/drawing/2014/main" id="{8509B39E-02B1-4A98-9349-46576A123CE3}"/>
              </a:ext>
            </a:extLst>
          </p:cNvPr>
          <p:cNvSpPr>
            <a:spLocks noGrp="1"/>
          </p:cNvSpPr>
          <p:nvPr>
            <p:ph type="body" sz="quarter" idx="65" hasCustomPrompt="1"/>
          </p:nvPr>
        </p:nvSpPr>
        <p:spPr>
          <a:xfrm>
            <a:off x="5465199" y="3905679"/>
            <a:ext cx="789039" cy="273727"/>
          </a:xfrm>
        </p:spPr>
        <p:txBody>
          <a:bodyPr anchor="t" anchorCtr="0"/>
          <a:lstStyle>
            <a:lvl1pPr marL="0" indent="0" algn="ctr">
              <a:buNone/>
              <a:defRPr sz="800" b="0"/>
            </a:lvl1pPr>
          </a:lstStyle>
          <a:p>
            <a:pPr lvl="0"/>
            <a:r>
              <a:rPr lang="en-US"/>
              <a:t>Title/Center</a:t>
            </a:r>
          </a:p>
        </p:txBody>
      </p:sp>
      <p:sp>
        <p:nvSpPr>
          <p:cNvPr id="91" name="Text Placeholder 4">
            <a:extLst>
              <a:ext uri="{FF2B5EF4-FFF2-40B4-BE49-F238E27FC236}">
                <a16:creationId xmlns:a16="http://schemas.microsoft.com/office/drawing/2014/main" id="{70091A78-D184-454C-8DA3-A6DC30A485B2}"/>
              </a:ext>
            </a:extLst>
          </p:cNvPr>
          <p:cNvSpPr>
            <a:spLocks noGrp="1"/>
          </p:cNvSpPr>
          <p:nvPr>
            <p:ph type="body" sz="quarter" idx="66" hasCustomPrompt="1"/>
          </p:nvPr>
        </p:nvSpPr>
        <p:spPr>
          <a:xfrm>
            <a:off x="6314153" y="3592449"/>
            <a:ext cx="789039" cy="273727"/>
          </a:xfrm>
        </p:spPr>
        <p:txBody>
          <a:bodyPr lIns="0" tIns="0" r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92" name="Text Placeholder 4">
            <a:extLst>
              <a:ext uri="{FF2B5EF4-FFF2-40B4-BE49-F238E27FC236}">
                <a16:creationId xmlns:a16="http://schemas.microsoft.com/office/drawing/2014/main" id="{E5C4BDA3-0DC2-4FF1-8335-37DE8780B636}"/>
              </a:ext>
            </a:extLst>
          </p:cNvPr>
          <p:cNvSpPr>
            <a:spLocks noGrp="1"/>
          </p:cNvSpPr>
          <p:nvPr>
            <p:ph type="body" sz="quarter" idx="67" hasCustomPrompt="1"/>
          </p:nvPr>
        </p:nvSpPr>
        <p:spPr>
          <a:xfrm>
            <a:off x="6314153" y="3905679"/>
            <a:ext cx="789039" cy="273727"/>
          </a:xfrm>
        </p:spPr>
        <p:txBody>
          <a:bodyPr anchor="t" anchorCtr="0"/>
          <a:lstStyle>
            <a:lvl1pPr marL="0" indent="0" algn="ctr">
              <a:buNone/>
              <a:defRPr sz="800" b="0"/>
            </a:lvl1pPr>
          </a:lstStyle>
          <a:p>
            <a:pPr lvl="0"/>
            <a:r>
              <a:rPr lang="en-US"/>
              <a:t>Title/Center</a:t>
            </a:r>
          </a:p>
        </p:txBody>
      </p:sp>
      <p:sp>
        <p:nvSpPr>
          <p:cNvPr id="93" name="Text Placeholder 4">
            <a:extLst>
              <a:ext uri="{FF2B5EF4-FFF2-40B4-BE49-F238E27FC236}">
                <a16:creationId xmlns:a16="http://schemas.microsoft.com/office/drawing/2014/main" id="{667C31F9-9400-4AD5-B618-ACEB153E15AE}"/>
              </a:ext>
            </a:extLst>
          </p:cNvPr>
          <p:cNvSpPr>
            <a:spLocks noGrp="1"/>
          </p:cNvSpPr>
          <p:nvPr>
            <p:ph type="body" sz="quarter" idx="68" hasCustomPrompt="1"/>
          </p:nvPr>
        </p:nvSpPr>
        <p:spPr>
          <a:xfrm>
            <a:off x="7163107" y="3592449"/>
            <a:ext cx="789039" cy="273727"/>
          </a:xfrm>
        </p:spPr>
        <p:txBody>
          <a:bodyPr lIns="0" tIns="0" r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94" name="Text Placeholder 4">
            <a:extLst>
              <a:ext uri="{FF2B5EF4-FFF2-40B4-BE49-F238E27FC236}">
                <a16:creationId xmlns:a16="http://schemas.microsoft.com/office/drawing/2014/main" id="{8F08286F-AD3B-40EB-83EB-4D88A2F77C17}"/>
              </a:ext>
            </a:extLst>
          </p:cNvPr>
          <p:cNvSpPr>
            <a:spLocks noGrp="1"/>
          </p:cNvSpPr>
          <p:nvPr>
            <p:ph type="body" sz="quarter" idx="69" hasCustomPrompt="1"/>
          </p:nvPr>
        </p:nvSpPr>
        <p:spPr>
          <a:xfrm>
            <a:off x="7163107" y="3905679"/>
            <a:ext cx="789039" cy="273727"/>
          </a:xfrm>
        </p:spPr>
        <p:txBody>
          <a:bodyPr anchor="t" anchorCtr="0"/>
          <a:lstStyle>
            <a:lvl1pPr marL="0" indent="0" algn="ctr">
              <a:buNone/>
              <a:defRPr sz="800" b="0"/>
            </a:lvl1pPr>
          </a:lstStyle>
          <a:p>
            <a:pPr lvl="0"/>
            <a:r>
              <a:rPr lang="en-US"/>
              <a:t>Title/Center</a:t>
            </a:r>
          </a:p>
        </p:txBody>
      </p:sp>
      <p:sp>
        <p:nvSpPr>
          <p:cNvPr id="95" name="Text Placeholder 4">
            <a:extLst>
              <a:ext uri="{FF2B5EF4-FFF2-40B4-BE49-F238E27FC236}">
                <a16:creationId xmlns:a16="http://schemas.microsoft.com/office/drawing/2014/main" id="{6BD1A057-FD7A-4636-8A1A-BCFBBEF481C8}"/>
              </a:ext>
            </a:extLst>
          </p:cNvPr>
          <p:cNvSpPr>
            <a:spLocks noGrp="1"/>
          </p:cNvSpPr>
          <p:nvPr>
            <p:ph type="body" sz="quarter" idx="70" hasCustomPrompt="1"/>
          </p:nvPr>
        </p:nvSpPr>
        <p:spPr>
          <a:xfrm>
            <a:off x="8012061" y="3592449"/>
            <a:ext cx="789039" cy="273727"/>
          </a:xfrm>
        </p:spPr>
        <p:txBody>
          <a:bodyPr lIns="0" tIns="0" rIns="0" bIns="0" anchor="b" anchorCtr="0"/>
          <a:lstStyle>
            <a:lvl1pPr marL="0" indent="0" algn="ctr">
              <a:buNone/>
              <a:defRPr sz="1000" b="1"/>
            </a:lvl1pPr>
          </a:lstStyle>
          <a:p>
            <a:pPr lvl="0"/>
            <a:r>
              <a:rPr lang="en-US" err="1"/>
              <a:t>Firstname</a:t>
            </a:r>
            <a:r>
              <a:rPr lang="en-US"/>
              <a:t> </a:t>
            </a:r>
            <a:r>
              <a:rPr lang="en-US" err="1"/>
              <a:t>Lastname</a:t>
            </a:r>
            <a:endParaRPr lang="en-US"/>
          </a:p>
        </p:txBody>
      </p:sp>
      <p:sp>
        <p:nvSpPr>
          <p:cNvPr id="96" name="Text Placeholder 4">
            <a:extLst>
              <a:ext uri="{FF2B5EF4-FFF2-40B4-BE49-F238E27FC236}">
                <a16:creationId xmlns:a16="http://schemas.microsoft.com/office/drawing/2014/main" id="{DAA59115-8F47-4FDF-9E38-E7F4C0107CE3}"/>
              </a:ext>
            </a:extLst>
          </p:cNvPr>
          <p:cNvSpPr>
            <a:spLocks noGrp="1"/>
          </p:cNvSpPr>
          <p:nvPr>
            <p:ph type="body" sz="quarter" idx="71" hasCustomPrompt="1"/>
          </p:nvPr>
        </p:nvSpPr>
        <p:spPr>
          <a:xfrm>
            <a:off x="8012061" y="3905679"/>
            <a:ext cx="789039" cy="273727"/>
          </a:xfrm>
        </p:spPr>
        <p:txBody>
          <a:bodyPr anchor="t" anchorCtr="0"/>
          <a:lstStyle>
            <a:lvl1pPr marL="0" indent="0" algn="ctr">
              <a:buNone/>
              <a:defRPr sz="800" b="0"/>
            </a:lvl1pPr>
          </a:lstStyle>
          <a:p>
            <a:pPr lvl="0"/>
            <a:r>
              <a:rPr lang="en-US"/>
              <a:t>Title/Center</a:t>
            </a:r>
          </a:p>
        </p:txBody>
      </p:sp>
      <p:sp>
        <p:nvSpPr>
          <p:cNvPr id="4" name="TextBox 3">
            <a:extLst>
              <a:ext uri="{FF2B5EF4-FFF2-40B4-BE49-F238E27FC236}">
                <a16:creationId xmlns:a16="http://schemas.microsoft.com/office/drawing/2014/main" id="{1C30EABE-4B1E-F662-25A4-93A7AF42E8EC}"/>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
        <p:nvSpPr>
          <p:cNvPr id="2" name="Rectangle 1">
            <a:extLst>
              <a:ext uri="{FF2B5EF4-FFF2-40B4-BE49-F238E27FC236}">
                <a16:creationId xmlns:a16="http://schemas.microsoft.com/office/drawing/2014/main" id="{A525178C-B86E-AEDB-DA1F-62912F00E49E}"/>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itle 20">
            <a:extLst>
              <a:ext uri="{FF2B5EF4-FFF2-40B4-BE49-F238E27FC236}">
                <a16:creationId xmlns:a16="http://schemas.microsoft.com/office/drawing/2014/main" id="{21FFD5AF-9347-E023-8F48-F2A5F2D55713}"/>
              </a:ext>
            </a:extLst>
          </p:cNvPr>
          <p:cNvSpPr>
            <a:spLocks noGrp="1"/>
          </p:cNvSpPr>
          <p:nvPr>
            <p:ph type="title" hasCustomPrompt="1"/>
          </p:nvPr>
        </p:nvSpPr>
        <p:spPr>
          <a:xfrm>
            <a:off x="0" y="0"/>
            <a:ext cx="8676775" cy="907148"/>
          </a:xfrm>
          <a:prstGeom prst="round2DiagRect">
            <a:avLst/>
          </a:prstGeom>
          <a:solidFill>
            <a:schemeClr val="tx2"/>
          </a:solidFill>
        </p:spPr>
        <p:txBody>
          <a:bodyPr anchor="ctr" anchorCtr="0"/>
          <a:lstStyle>
            <a:lvl1pPr algn="ctr">
              <a:lnSpc>
                <a:spcPct val="100000"/>
              </a:lnSpc>
              <a:defRPr sz="2500"/>
            </a:lvl1pPr>
          </a:lstStyle>
          <a:p>
            <a:r>
              <a:rPr lang="en-US" dirty="0"/>
              <a:t>Organizational / People Slide</a:t>
            </a:r>
          </a:p>
        </p:txBody>
      </p:sp>
    </p:spTree>
    <p:extLst>
      <p:ext uri="{BB962C8B-B14F-4D97-AF65-F5344CB8AC3E}">
        <p14:creationId xmlns:p14="http://schemas.microsoft.com/office/powerpoint/2010/main" val="411761435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OC Slide - Main">
    <p:bg>
      <p:bgPr>
        <a:solidFill>
          <a:schemeClr val="bg2"/>
        </a:solidFill>
        <a:effectLst/>
      </p:bgPr>
    </p:bg>
    <p:spTree>
      <p:nvGrpSpPr>
        <p:cNvPr id="1" name=""/>
        <p:cNvGrpSpPr/>
        <p:nvPr/>
      </p:nvGrpSpPr>
      <p:grpSpPr>
        <a:xfrm>
          <a:off x="0" y="0"/>
          <a:ext cx="0" cy="0"/>
          <a:chOff x="0" y="0"/>
          <a:chExt cx="0" cy="0"/>
        </a:xfrm>
      </p:grpSpPr>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6" name="Rounded Rectangle 5">
            <a:extLst>
              <a:ext uri="{FF2B5EF4-FFF2-40B4-BE49-F238E27FC236}">
                <a16:creationId xmlns:a16="http://schemas.microsoft.com/office/drawing/2014/main" id="{9B09A0BB-5010-CC3A-A2F6-6C98DB096358}"/>
              </a:ext>
            </a:extLst>
          </p:cNvPr>
          <p:cNvSpPr/>
          <p:nvPr userDrawn="1"/>
        </p:nvSpPr>
        <p:spPr>
          <a:xfrm>
            <a:off x="457201" y="1387197"/>
            <a:ext cx="431574" cy="393085"/>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1</a:t>
            </a:r>
          </a:p>
        </p:txBody>
      </p:sp>
      <p:sp>
        <p:nvSpPr>
          <p:cNvPr id="8" name="Rounded Rectangle 7">
            <a:extLst>
              <a:ext uri="{FF2B5EF4-FFF2-40B4-BE49-F238E27FC236}">
                <a16:creationId xmlns:a16="http://schemas.microsoft.com/office/drawing/2014/main" id="{C659588A-DE2B-3E53-9C72-A550639B7135}"/>
              </a:ext>
            </a:extLst>
          </p:cNvPr>
          <p:cNvSpPr/>
          <p:nvPr userDrawn="1"/>
        </p:nvSpPr>
        <p:spPr>
          <a:xfrm>
            <a:off x="457201" y="1861330"/>
            <a:ext cx="431574" cy="393085"/>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2</a:t>
            </a:r>
          </a:p>
        </p:txBody>
      </p:sp>
      <p:sp>
        <p:nvSpPr>
          <p:cNvPr id="9" name="Rounded Rectangle 8">
            <a:extLst>
              <a:ext uri="{FF2B5EF4-FFF2-40B4-BE49-F238E27FC236}">
                <a16:creationId xmlns:a16="http://schemas.microsoft.com/office/drawing/2014/main" id="{CE78E70A-877A-E9FE-6156-2C023D4A7F35}"/>
              </a:ext>
            </a:extLst>
          </p:cNvPr>
          <p:cNvSpPr/>
          <p:nvPr userDrawn="1"/>
        </p:nvSpPr>
        <p:spPr>
          <a:xfrm>
            <a:off x="457201" y="2346752"/>
            <a:ext cx="431574" cy="393085"/>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3</a:t>
            </a:r>
          </a:p>
        </p:txBody>
      </p:sp>
      <p:sp>
        <p:nvSpPr>
          <p:cNvPr id="10" name="Rounded Rectangle 9">
            <a:extLst>
              <a:ext uri="{FF2B5EF4-FFF2-40B4-BE49-F238E27FC236}">
                <a16:creationId xmlns:a16="http://schemas.microsoft.com/office/drawing/2014/main" id="{526949D5-F5D2-858E-1D64-781CE3AB9942}"/>
              </a:ext>
            </a:extLst>
          </p:cNvPr>
          <p:cNvSpPr/>
          <p:nvPr userDrawn="1"/>
        </p:nvSpPr>
        <p:spPr>
          <a:xfrm>
            <a:off x="457201" y="2832174"/>
            <a:ext cx="431574" cy="393085"/>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4</a:t>
            </a:r>
          </a:p>
        </p:txBody>
      </p:sp>
      <p:sp>
        <p:nvSpPr>
          <p:cNvPr id="11" name="Rounded Rectangle 10">
            <a:extLst>
              <a:ext uri="{FF2B5EF4-FFF2-40B4-BE49-F238E27FC236}">
                <a16:creationId xmlns:a16="http://schemas.microsoft.com/office/drawing/2014/main" id="{9463ABBE-7CD4-340F-088E-04A3FD53CFC4}"/>
              </a:ext>
            </a:extLst>
          </p:cNvPr>
          <p:cNvSpPr/>
          <p:nvPr userDrawn="1"/>
        </p:nvSpPr>
        <p:spPr>
          <a:xfrm>
            <a:off x="457201" y="3323240"/>
            <a:ext cx="431574" cy="393085"/>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5</a:t>
            </a:r>
          </a:p>
        </p:txBody>
      </p:sp>
      <p:sp>
        <p:nvSpPr>
          <p:cNvPr id="12" name="Rounded Rectangle 11">
            <a:extLst>
              <a:ext uri="{FF2B5EF4-FFF2-40B4-BE49-F238E27FC236}">
                <a16:creationId xmlns:a16="http://schemas.microsoft.com/office/drawing/2014/main" id="{91C48CC5-C569-7F6F-6D19-33DA6D61A0D1}"/>
              </a:ext>
            </a:extLst>
          </p:cNvPr>
          <p:cNvSpPr/>
          <p:nvPr userDrawn="1"/>
        </p:nvSpPr>
        <p:spPr>
          <a:xfrm>
            <a:off x="457201" y="3808662"/>
            <a:ext cx="431574" cy="393085"/>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6</a:t>
            </a:r>
          </a:p>
        </p:txBody>
      </p:sp>
      <p:sp>
        <p:nvSpPr>
          <p:cNvPr id="13" name="Rounded Rectangle 12">
            <a:extLst>
              <a:ext uri="{FF2B5EF4-FFF2-40B4-BE49-F238E27FC236}">
                <a16:creationId xmlns:a16="http://schemas.microsoft.com/office/drawing/2014/main" id="{835B85FC-6AB5-9B59-C2E9-03D042EC1DFD}"/>
              </a:ext>
            </a:extLst>
          </p:cNvPr>
          <p:cNvSpPr/>
          <p:nvPr userDrawn="1"/>
        </p:nvSpPr>
        <p:spPr>
          <a:xfrm>
            <a:off x="457201" y="4294084"/>
            <a:ext cx="431574" cy="393085"/>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7</a:t>
            </a:r>
          </a:p>
        </p:txBody>
      </p:sp>
      <p:sp>
        <p:nvSpPr>
          <p:cNvPr id="14" name="TextBox 13">
            <a:extLst>
              <a:ext uri="{FF2B5EF4-FFF2-40B4-BE49-F238E27FC236}">
                <a16:creationId xmlns:a16="http://schemas.microsoft.com/office/drawing/2014/main" id="{02E34E5F-25EA-5156-F1B9-74A219E57152}"/>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
        <p:nvSpPr>
          <p:cNvPr id="2" name="Rectangle 1">
            <a:extLst>
              <a:ext uri="{FF2B5EF4-FFF2-40B4-BE49-F238E27FC236}">
                <a16:creationId xmlns:a16="http://schemas.microsoft.com/office/drawing/2014/main" id="{185110DB-742A-FE41-0D19-5B9A89E4933C}"/>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itle 20">
            <a:extLst>
              <a:ext uri="{FF2B5EF4-FFF2-40B4-BE49-F238E27FC236}">
                <a16:creationId xmlns:a16="http://schemas.microsoft.com/office/drawing/2014/main" id="{7C692E60-92AB-4CC5-88C2-0ADD6905329C}"/>
              </a:ext>
            </a:extLst>
          </p:cNvPr>
          <p:cNvSpPr>
            <a:spLocks noGrp="1"/>
          </p:cNvSpPr>
          <p:nvPr>
            <p:ph type="title" hasCustomPrompt="1"/>
          </p:nvPr>
        </p:nvSpPr>
        <p:spPr>
          <a:xfrm>
            <a:off x="1" y="0"/>
            <a:ext cx="3447142" cy="1146406"/>
          </a:xfrm>
          <a:prstGeom prst="round2DiagRect">
            <a:avLst/>
          </a:prstGeom>
          <a:solidFill>
            <a:schemeClr val="tx2"/>
          </a:solidFill>
        </p:spPr>
        <p:txBody>
          <a:bodyPr anchor="ctr" anchorCtr="0"/>
          <a:lstStyle>
            <a:lvl1pPr algn="ctr">
              <a:lnSpc>
                <a:spcPct val="100000"/>
              </a:lnSpc>
              <a:defRPr sz="2500"/>
            </a:lvl1pPr>
          </a:lstStyle>
          <a:p>
            <a:r>
              <a:rPr lang="en-US" dirty="0"/>
              <a:t>Contents</a:t>
            </a:r>
          </a:p>
        </p:txBody>
      </p:sp>
    </p:spTree>
    <p:extLst>
      <p:ext uri="{BB962C8B-B14F-4D97-AF65-F5344CB8AC3E}">
        <p14:creationId xmlns:p14="http://schemas.microsoft.com/office/powerpoint/2010/main" val="338469201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TOC Slide - Main">
    <p:bg>
      <p:bgPr>
        <a:solidFill>
          <a:schemeClr val="bg2"/>
        </a:solidFill>
        <a:effectLst/>
      </p:bgPr>
    </p:bg>
    <p:spTree>
      <p:nvGrpSpPr>
        <p:cNvPr id="1" name=""/>
        <p:cNvGrpSpPr/>
        <p:nvPr/>
      </p:nvGrpSpPr>
      <p:grpSpPr>
        <a:xfrm>
          <a:off x="0" y="0"/>
          <a:ext cx="0" cy="0"/>
          <a:chOff x="0" y="0"/>
          <a:chExt cx="0" cy="0"/>
        </a:xfrm>
      </p:grpSpPr>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 name="Rounded Rectangle 3">
            <a:extLst>
              <a:ext uri="{FF2B5EF4-FFF2-40B4-BE49-F238E27FC236}">
                <a16:creationId xmlns:a16="http://schemas.microsoft.com/office/drawing/2014/main" id="{A110C422-9C35-54AC-12CF-1DA3445659A2}"/>
              </a:ext>
            </a:extLst>
          </p:cNvPr>
          <p:cNvSpPr/>
          <p:nvPr userDrawn="1"/>
        </p:nvSpPr>
        <p:spPr>
          <a:xfrm>
            <a:off x="457201" y="1387197"/>
            <a:ext cx="431574" cy="393085"/>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1</a:t>
            </a:r>
          </a:p>
        </p:txBody>
      </p:sp>
      <p:sp>
        <p:nvSpPr>
          <p:cNvPr id="5" name="Rounded Rectangle 4">
            <a:extLst>
              <a:ext uri="{FF2B5EF4-FFF2-40B4-BE49-F238E27FC236}">
                <a16:creationId xmlns:a16="http://schemas.microsoft.com/office/drawing/2014/main" id="{3619C5A3-3423-017A-0EDC-C10CB0EC1FE3}"/>
              </a:ext>
            </a:extLst>
          </p:cNvPr>
          <p:cNvSpPr/>
          <p:nvPr userDrawn="1"/>
        </p:nvSpPr>
        <p:spPr>
          <a:xfrm>
            <a:off x="457201" y="1861330"/>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2</a:t>
            </a:r>
          </a:p>
        </p:txBody>
      </p:sp>
      <p:sp>
        <p:nvSpPr>
          <p:cNvPr id="6" name="Rounded Rectangle 5">
            <a:extLst>
              <a:ext uri="{FF2B5EF4-FFF2-40B4-BE49-F238E27FC236}">
                <a16:creationId xmlns:a16="http://schemas.microsoft.com/office/drawing/2014/main" id="{602E0A6E-3314-47CC-03CD-71D5BCCA0340}"/>
              </a:ext>
            </a:extLst>
          </p:cNvPr>
          <p:cNvSpPr/>
          <p:nvPr userDrawn="1"/>
        </p:nvSpPr>
        <p:spPr>
          <a:xfrm>
            <a:off x="457201" y="2346752"/>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3</a:t>
            </a:r>
          </a:p>
        </p:txBody>
      </p:sp>
      <p:sp>
        <p:nvSpPr>
          <p:cNvPr id="7" name="Rounded Rectangle 6">
            <a:extLst>
              <a:ext uri="{FF2B5EF4-FFF2-40B4-BE49-F238E27FC236}">
                <a16:creationId xmlns:a16="http://schemas.microsoft.com/office/drawing/2014/main" id="{20F9D20E-F8BC-1B72-E65F-C42D2AD05DBE}"/>
              </a:ext>
            </a:extLst>
          </p:cNvPr>
          <p:cNvSpPr/>
          <p:nvPr userDrawn="1"/>
        </p:nvSpPr>
        <p:spPr>
          <a:xfrm>
            <a:off x="457201" y="2832174"/>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4</a:t>
            </a:r>
          </a:p>
        </p:txBody>
      </p:sp>
      <p:sp>
        <p:nvSpPr>
          <p:cNvPr id="8" name="Rounded Rectangle 7">
            <a:extLst>
              <a:ext uri="{FF2B5EF4-FFF2-40B4-BE49-F238E27FC236}">
                <a16:creationId xmlns:a16="http://schemas.microsoft.com/office/drawing/2014/main" id="{58D90CD1-86DE-CC65-0276-BE3085358EB6}"/>
              </a:ext>
            </a:extLst>
          </p:cNvPr>
          <p:cNvSpPr/>
          <p:nvPr userDrawn="1"/>
        </p:nvSpPr>
        <p:spPr>
          <a:xfrm>
            <a:off x="457201" y="3323240"/>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5</a:t>
            </a:r>
          </a:p>
        </p:txBody>
      </p:sp>
      <p:sp>
        <p:nvSpPr>
          <p:cNvPr id="9" name="Rounded Rectangle 8">
            <a:extLst>
              <a:ext uri="{FF2B5EF4-FFF2-40B4-BE49-F238E27FC236}">
                <a16:creationId xmlns:a16="http://schemas.microsoft.com/office/drawing/2014/main" id="{A07E6927-1F72-2CEE-7D40-621955D6BD60}"/>
              </a:ext>
            </a:extLst>
          </p:cNvPr>
          <p:cNvSpPr/>
          <p:nvPr userDrawn="1"/>
        </p:nvSpPr>
        <p:spPr>
          <a:xfrm>
            <a:off x="457201" y="3808662"/>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6</a:t>
            </a:r>
          </a:p>
        </p:txBody>
      </p:sp>
      <p:sp>
        <p:nvSpPr>
          <p:cNvPr id="10" name="Rounded Rectangle 9">
            <a:extLst>
              <a:ext uri="{FF2B5EF4-FFF2-40B4-BE49-F238E27FC236}">
                <a16:creationId xmlns:a16="http://schemas.microsoft.com/office/drawing/2014/main" id="{B2F63B35-C8B1-1CC3-6FC1-DB398FC5EC96}"/>
              </a:ext>
            </a:extLst>
          </p:cNvPr>
          <p:cNvSpPr/>
          <p:nvPr userDrawn="1"/>
        </p:nvSpPr>
        <p:spPr>
          <a:xfrm>
            <a:off x="457201" y="4294084"/>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7</a:t>
            </a:r>
          </a:p>
        </p:txBody>
      </p:sp>
      <p:sp>
        <p:nvSpPr>
          <p:cNvPr id="13" name="TextBox 12">
            <a:extLst>
              <a:ext uri="{FF2B5EF4-FFF2-40B4-BE49-F238E27FC236}">
                <a16:creationId xmlns:a16="http://schemas.microsoft.com/office/drawing/2014/main" id="{20A1D4BA-0286-6FAF-E650-59ADF3A4314A}"/>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
        <p:nvSpPr>
          <p:cNvPr id="2" name="Rectangle 1">
            <a:extLst>
              <a:ext uri="{FF2B5EF4-FFF2-40B4-BE49-F238E27FC236}">
                <a16:creationId xmlns:a16="http://schemas.microsoft.com/office/drawing/2014/main" id="{D604BB64-7FB6-6BEB-8963-A8717DFEE057}"/>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itle 20">
            <a:extLst>
              <a:ext uri="{FF2B5EF4-FFF2-40B4-BE49-F238E27FC236}">
                <a16:creationId xmlns:a16="http://schemas.microsoft.com/office/drawing/2014/main" id="{6E8C1B26-8B16-9397-C79B-6038D2A3B6C4}"/>
              </a:ext>
            </a:extLst>
          </p:cNvPr>
          <p:cNvSpPr>
            <a:spLocks noGrp="1"/>
          </p:cNvSpPr>
          <p:nvPr>
            <p:ph type="title" hasCustomPrompt="1"/>
          </p:nvPr>
        </p:nvSpPr>
        <p:spPr>
          <a:xfrm>
            <a:off x="1" y="0"/>
            <a:ext cx="3447142" cy="1146406"/>
          </a:xfrm>
          <a:prstGeom prst="round2DiagRect">
            <a:avLst/>
          </a:prstGeom>
          <a:solidFill>
            <a:schemeClr val="tx2"/>
          </a:solidFill>
        </p:spPr>
        <p:txBody>
          <a:bodyPr anchor="ctr" anchorCtr="0"/>
          <a:lstStyle>
            <a:lvl1pPr algn="ctr">
              <a:lnSpc>
                <a:spcPct val="100000"/>
              </a:lnSpc>
              <a:defRPr sz="2500"/>
            </a:lvl1pPr>
          </a:lstStyle>
          <a:p>
            <a:r>
              <a:rPr lang="en-US" dirty="0"/>
              <a:t>Contents</a:t>
            </a:r>
          </a:p>
        </p:txBody>
      </p:sp>
    </p:spTree>
    <p:extLst>
      <p:ext uri="{BB962C8B-B14F-4D97-AF65-F5344CB8AC3E}">
        <p14:creationId xmlns:p14="http://schemas.microsoft.com/office/powerpoint/2010/main" val="4227927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TOC Slide - Main">
    <p:bg>
      <p:bgPr>
        <a:solidFill>
          <a:schemeClr val="bg2"/>
        </a:solidFill>
        <a:effectLst/>
      </p:bgPr>
    </p:bg>
    <p:spTree>
      <p:nvGrpSpPr>
        <p:cNvPr id="1" name=""/>
        <p:cNvGrpSpPr/>
        <p:nvPr/>
      </p:nvGrpSpPr>
      <p:grpSpPr>
        <a:xfrm>
          <a:off x="0" y="0"/>
          <a:ext cx="0" cy="0"/>
          <a:chOff x="0" y="0"/>
          <a:chExt cx="0" cy="0"/>
        </a:xfrm>
      </p:grpSpPr>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6" name="Rounded Rectangle 5">
            <a:extLst>
              <a:ext uri="{FF2B5EF4-FFF2-40B4-BE49-F238E27FC236}">
                <a16:creationId xmlns:a16="http://schemas.microsoft.com/office/drawing/2014/main" id="{ECC48DE2-15D7-4EB5-9DDC-79E9C1C8621E}"/>
              </a:ext>
            </a:extLst>
          </p:cNvPr>
          <p:cNvSpPr/>
          <p:nvPr userDrawn="1"/>
        </p:nvSpPr>
        <p:spPr>
          <a:xfrm>
            <a:off x="457201" y="1387197"/>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1</a:t>
            </a:r>
          </a:p>
        </p:txBody>
      </p:sp>
      <p:sp>
        <p:nvSpPr>
          <p:cNvPr id="7" name="Rounded Rectangle 6">
            <a:extLst>
              <a:ext uri="{FF2B5EF4-FFF2-40B4-BE49-F238E27FC236}">
                <a16:creationId xmlns:a16="http://schemas.microsoft.com/office/drawing/2014/main" id="{86426863-C2D8-B163-B513-836F0A8D07C2}"/>
              </a:ext>
            </a:extLst>
          </p:cNvPr>
          <p:cNvSpPr/>
          <p:nvPr userDrawn="1"/>
        </p:nvSpPr>
        <p:spPr>
          <a:xfrm>
            <a:off x="457201" y="1861330"/>
            <a:ext cx="431574" cy="393085"/>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2</a:t>
            </a:r>
          </a:p>
        </p:txBody>
      </p:sp>
      <p:sp>
        <p:nvSpPr>
          <p:cNvPr id="8" name="Rounded Rectangle 7">
            <a:extLst>
              <a:ext uri="{FF2B5EF4-FFF2-40B4-BE49-F238E27FC236}">
                <a16:creationId xmlns:a16="http://schemas.microsoft.com/office/drawing/2014/main" id="{AAC07864-52A8-BF97-875D-253BFBC15068}"/>
              </a:ext>
            </a:extLst>
          </p:cNvPr>
          <p:cNvSpPr/>
          <p:nvPr userDrawn="1"/>
        </p:nvSpPr>
        <p:spPr>
          <a:xfrm>
            <a:off x="457201" y="2346752"/>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3</a:t>
            </a:r>
          </a:p>
        </p:txBody>
      </p:sp>
      <p:sp>
        <p:nvSpPr>
          <p:cNvPr id="9" name="Rounded Rectangle 8">
            <a:extLst>
              <a:ext uri="{FF2B5EF4-FFF2-40B4-BE49-F238E27FC236}">
                <a16:creationId xmlns:a16="http://schemas.microsoft.com/office/drawing/2014/main" id="{A1B9F020-5CD4-DCB8-EAD4-670C7A5D2111}"/>
              </a:ext>
            </a:extLst>
          </p:cNvPr>
          <p:cNvSpPr/>
          <p:nvPr userDrawn="1"/>
        </p:nvSpPr>
        <p:spPr>
          <a:xfrm>
            <a:off x="457201" y="2832174"/>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4</a:t>
            </a:r>
          </a:p>
        </p:txBody>
      </p:sp>
      <p:sp>
        <p:nvSpPr>
          <p:cNvPr id="10" name="Rounded Rectangle 9">
            <a:extLst>
              <a:ext uri="{FF2B5EF4-FFF2-40B4-BE49-F238E27FC236}">
                <a16:creationId xmlns:a16="http://schemas.microsoft.com/office/drawing/2014/main" id="{63E5A6DC-6D0B-8012-5AD3-4F91BFD26B2A}"/>
              </a:ext>
            </a:extLst>
          </p:cNvPr>
          <p:cNvSpPr/>
          <p:nvPr userDrawn="1"/>
        </p:nvSpPr>
        <p:spPr>
          <a:xfrm>
            <a:off x="457201" y="3323240"/>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5</a:t>
            </a:r>
          </a:p>
        </p:txBody>
      </p:sp>
      <p:sp>
        <p:nvSpPr>
          <p:cNvPr id="11" name="Rounded Rectangle 10">
            <a:extLst>
              <a:ext uri="{FF2B5EF4-FFF2-40B4-BE49-F238E27FC236}">
                <a16:creationId xmlns:a16="http://schemas.microsoft.com/office/drawing/2014/main" id="{4BB30644-D506-2E53-B8D9-3EDE4A2184C4}"/>
              </a:ext>
            </a:extLst>
          </p:cNvPr>
          <p:cNvSpPr/>
          <p:nvPr userDrawn="1"/>
        </p:nvSpPr>
        <p:spPr>
          <a:xfrm>
            <a:off x="457201" y="3808662"/>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6</a:t>
            </a:r>
          </a:p>
        </p:txBody>
      </p:sp>
      <p:sp>
        <p:nvSpPr>
          <p:cNvPr id="12" name="Rounded Rectangle 11">
            <a:extLst>
              <a:ext uri="{FF2B5EF4-FFF2-40B4-BE49-F238E27FC236}">
                <a16:creationId xmlns:a16="http://schemas.microsoft.com/office/drawing/2014/main" id="{D971F6D6-A269-A4F6-5DF7-E403AF088741}"/>
              </a:ext>
            </a:extLst>
          </p:cNvPr>
          <p:cNvSpPr/>
          <p:nvPr userDrawn="1"/>
        </p:nvSpPr>
        <p:spPr>
          <a:xfrm>
            <a:off x="457201" y="4294084"/>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7</a:t>
            </a:r>
          </a:p>
        </p:txBody>
      </p:sp>
      <p:sp>
        <p:nvSpPr>
          <p:cNvPr id="13" name="TextBox 12">
            <a:extLst>
              <a:ext uri="{FF2B5EF4-FFF2-40B4-BE49-F238E27FC236}">
                <a16:creationId xmlns:a16="http://schemas.microsoft.com/office/drawing/2014/main" id="{2D89E0D2-A507-0635-F66D-42C430324CF2}"/>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
        <p:nvSpPr>
          <p:cNvPr id="2" name="Rectangle 1">
            <a:extLst>
              <a:ext uri="{FF2B5EF4-FFF2-40B4-BE49-F238E27FC236}">
                <a16:creationId xmlns:a16="http://schemas.microsoft.com/office/drawing/2014/main" id="{181EE1B7-C33C-2EAC-72AA-5B015F51CE22}"/>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itle 20">
            <a:extLst>
              <a:ext uri="{FF2B5EF4-FFF2-40B4-BE49-F238E27FC236}">
                <a16:creationId xmlns:a16="http://schemas.microsoft.com/office/drawing/2014/main" id="{2FB07D22-2834-B625-FAA3-A0FE5FAA2085}"/>
              </a:ext>
            </a:extLst>
          </p:cNvPr>
          <p:cNvSpPr>
            <a:spLocks noGrp="1"/>
          </p:cNvSpPr>
          <p:nvPr>
            <p:ph type="title" hasCustomPrompt="1"/>
          </p:nvPr>
        </p:nvSpPr>
        <p:spPr>
          <a:xfrm>
            <a:off x="1" y="0"/>
            <a:ext cx="3447142" cy="1146406"/>
          </a:xfrm>
          <a:prstGeom prst="round2DiagRect">
            <a:avLst/>
          </a:prstGeom>
          <a:solidFill>
            <a:schemeClr val="tx2"/>
          </a:solidFill>
        </p:spPr>
        <p:txBody>
          <a:bodyPr anchor="ctr" anchorCtr="0"/>
          <a:lstStyle>
            <a:lvl1pPr algn="ctr">
              <a:lnSpc>
                <a:spcPct val="100000"/>
              </a:lnSpc>
              <a:defRPr sz="2500"/>
            </a:lvl1pPr>
          </a:lstStyle>
          <a:p>
            <a:r>
              <a:rPr lang="en-US" dirty="0"/>
              <a:t>Contents</a:t>
            </a:r>
          </a:p>
        </p:txBody>
      </p:sp>
    </p:spTree>
    <p:extLst>
      <p:ext uri="{BB962C8B-B14F-4D97-AF65-F5344CB8AC3E}">
        <p14:creationId xmlns:p14="http://schemas.microsoft.com/office/powerpoint/2010/main" val="9386133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_TOC Slide - Main">
    <p:bg>
      <p:bgPr>
        <a:solidFill>
          <a:schemeClr val="bg2"/>
        </a:solidFill>
        <a:effectLst/>
      </p:bgPr>
    </p:bg>
    <p:spTree>
      <p:nvGrpSpPr>
        <p:cNvPr id="1" name=""/>
        <p:cNvGrpSpPr/>
        <p:nvPr/>
      </p:nvGrpSpPr>
      <p:grpSpPr>
        <a:xfrm>
          <a:off x="0" y="0"/>
          <a:ext cx="0" cy="0"/>
          <a:chOff x="0" y="0"/>
          <a:chExt cx="0" cy="0"/>
        </a:xfrm>
      </p:grpSpPr>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6" name="Rounded Rectangle 5">
            <a:extLst>
              <a:ext uri="{FF2B5EF4-FFF2-40B4-BE49-F238E27FC236}">
                <a16:creationId xmlns:a16="http://schemas.microsoft.com/office/drawing/2014/main" id="{5E7AA6AC-A171-0A6D-DA6E-5E928A49DB6B}"/>
              </a:ext>
            </a:extLst>
          </p:cNvPr>
          <p:cNvSpPr/>
          <p:nvPr userDrawn="1"/>
        </p:nvSpPr>
        <p:spPr>
          <a:xfrm>
            <a:off x="457201" y="1387197"/>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1</a:t>
            </a:r>
          </a:p>
        </p:txBody>
      </p:sp>
      <p:sp>
        <p:nvSpPr>
          <p:cNvPr id="7" name="Rounded Rectangle 6">
            <a:extLst>
              <a:ext uri="{FF2B5EF4-FFF2-40B4-BE49-F238E27FC236}">
                <a16:creationId xmlns:a16="http://schemas.microsoft.com/office/drawing/2014/main" id="{4EFCE960-A531-6ABD-8471-5FA8A51973E0}"/>
              </a:ext>
            </a:extLst>
          </p:cNvPr>
          <p:cNvSpPr/>
          <p:nvPr userDrawn="1"/>
        </p:nvSpPr>
        <p:spPr>
          <a:xfrm>
            <a:off x="457201" y="1861330"/>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2</a:t>
            </a:r>
          </a:p>
        </p:txBody>
      </p:sp>
      <p:sp>
        <p:nvSpPr>
          <p:cNvPr id="8" name="Rounded Rectangle 7">
            <a:extLst>
              <a:ext uri="{FF2B5EF4-FFF2-40B4-BE49-F238E27FC236}">
                <a16:creationId xmlns:a16="http://schemas.microsoft.com/office/drawing/2014/main" id="{96B65AD5-5805-6332-F1B1-EFBAB598DFA4}"/>
              </a:ext>
            </a:extLst>
          </p:cNvPr>
          <p:cNvSpPr/>
          <p:nvPr userDrawn="1"/>
        </p:nvSpPr>
        <p:spPr>
          <a:xfrm>
            <a:off x="457201" y="2346752"/>
            <a:ext cx="431574" cy="393085"/>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3</a:t>
            </a:r>
          </a:p>
        </p:txBody>
      </p:sp>
      <p:sp>
        <p:nvSpPr>
          <p:cNvPr id="9" name="Rounded Rectangle 8">
            <a:extLst>
              <a:ext uri="{FF2B5EF4-FFF2-40B4-BE49-F238E27FC236}">
                <a16:creationId xmlns:a16="http://schemas.microsoft.com/office/drawing/2014/main" id="{5570C4B3-64C5-4C80-FC3E-CA07C14F0DDA}"/>
              </a:ext>
            </a:extLst>
          </p:cNvPr>
          <p:cNvSpPr/>
          <p:nvPr userDrawn="1"/>
        </p:nvSpPr>
        <p:spPr>
          <a:xfrm>
            <a:off x="457201" y="2832174"/>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4</a:t>
            </a:r>
          </a:p>
        </p:txBody>
      </p:sp>
      <p:sp>
        <p:nvSpPr>
          <p:cNvPr id="10" name="Rounded Rectangle 9">
            <a:extLst>
              <a:ext uri="{FF2B5EF4-FFF2-40B4-BE49-F238E27FC236}">
                <a16:creationId xmlns:a16="http://schemas.microsoft.com/office/drawing/2014/main" id="{92D929D3-D929-EBC8-5BD5-3EF200BC9EEC}"/>
              </a:ext>
            </a:extLst>
          </p:cNvPr>
          <p:cNvSpPr/>
          <p:nvPr userDrawn="1"/>
        </p:nvSpPr>
        <p:spPr>
          <a:xfrm>
            <a:off x="457201" y="3323240"/>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5</a:t>
            </a:r>
          </a:p>
        </p:txBody>
      </p:sp>
      <p:sp>
        <p:nvSpPr>
          <p:cNvPr id="11" name="Rounded Rectangle 10">
            <a:extLst>
              <a:ext uri="{FF2B5EF4-FFF2-40B4-BE49-F238E27FC236}">
                <a16:creationId xmlns:a16="http://schemas.microsoft.com/office/drawing/2014/main" id="{E803E6B1-51E6-AD06-CBBA-4D7A181776A6}"/>
              </a:ext>
            </a:extLst>
          </p:cNvPr>
          <p:cNvSpPr/>
          <p:nvPr userDrawn="1"/>
        </p:nvSpPr>
        <p:spPr>
          <a:xfrm>
            <a:off x="457201" y="3808662"/>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6</a:t>
            </a:r>
          </a:p>
        </p:txBody>
      </p:sp>
      <p:sp>
        <p:nvSpPr>
          <p:cNvPr id="12" name="Rounded Rectangle 11">
            <a:extLst>
              <a:ext uri="{FF2B5EF4-FFF2-40B4-BE49-F238E27FC236}">
                <a16:creationId xmlns:a16="http://schemas.microsoft.com/office/drawing/2014/main" id="{D5F454D7-4860-0C1C-461D-E24F83DC5463}"/>
              </a:ext>
            </a:extLst>
          </p:cNvPr>
          <p:cNvSpPr/>
          <p:nvPr userDrawn="1"/>
        </p:nvSpPr>
        <p:spPr>
          <a:xfrm>
            <a:off x="457201" y="4294084"/>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7</a:t>
            </a:r>
          </a:p>
        </p:txBody>
      </p:sp>
      <p:sp>
        <p:nvSpPr>
          <p:cNvPr id="13" name="TextBox 12">
            <a:extLst>
              <a:ext uri="{FF2B5EF4-FFF2-40B4-BE49-F238E27FC236}">
                <a16:creationId xmlns:a16="http://schemas.microsoft.com/office/drawing/2014/main" id="{4F904F32-8AC9-0AF6-715F-D858E7B2CCDE}"/>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
        <p:nvSpPr>
          <p:cNvPr id="2" name="Rectangle 1">
            <a:extLst>
              <a:ext uri="{FF2B5EF4-FFF2-40B4-BE49-F238E27FC236}">
                <a16:creationId xmlns:a16="http://schemas.microsoft.com/office/drawing/2014/main" id="{7E9DA867-D362-D4CF-1642-427FF10B199F}"/>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itle 20">
            <a:extLst>
              <a:ext uri="{FF2B5EF4-FFF2-40B4-BE49-F238E27FC236}">
                <a16:creationId xmlns:a16="http://schemas.microsoft.com/office/drawing/2014/main" id="{67376418-89A5-7BC8-FCDF-B38385F02442}"/>
              </a:ext>
            </a:extLst>
          </p:cNvPr>
          <p:cNvSpPr>
            <a:spLocks noGrp="1"/>
          </p:cNvSpPr>
          <p:nvPr>
            <p:ph type="title" hasCustomPrompt="1"/>
          </p:nvPr>
        </p:nvSpPr>
        <p:spPr>
          <a:xfrm>
            <a:off x="1" y="0"/>
            <a:ext cx="3447142" cy="1146406"/>
          </a:xfrm>
          <a:prstGeom prst="round2DiagRect">
            <a:avLst/>
          </a:prstGeom>
          <a:solidFill>
            <a:schemeClr val="tx2"/>
          </a:solidFill>
        </p:spPr>
        <p:txBody>
          <a:bodyPr anchor="ctr" anchorCtr="0"/>
          <a:lstStyle>
            <a:lvl1pPr algn="ctr">
              <a:lnSpc>
                <a:spcPct val="100000"/>
              </a:lnSpc>
              <a:defRPr sz="2500"/>
            </a:lvl1pPr>
          </a:lstStyle>
          <a:p>
            <a:r>
              <a:rPr lang="en-US" dirty="0"/>
              <a:t>Contents</a:t>
            </a:r>
          </a:p>
        </p:txBody>
      </p:sp>
    </p:spTree>
    <p:extLst>
      <p:ext uri="{BB962C8B-B14F-4D97-AF65-F5344CB8AC3E}">
        <p14:creationId xmlns:p14="http://schemas.microsoft.com/office/powerpoint/2010/main" val="54788130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_TOC Slide - Main">
    <p:bg>
      <p:bgPr>
        <a:solidFill>
          <a:schemeClr val="bg2"/>
        </a:solidFill>
        <a:effectLst/>
      </p:bgPr>
    </p:bg>
    <p:spTree>
      <p:nvGrpSpPr>
        <p:cNvPr id="1" name=""/>
        <p:cNvGrpSpPr/>
        <p:nvPr/>
      </p:nvGrpSpPr>
      <p:grpSpPr>
        <a:xfrm>
          <a:off x="0" y="0"/>
          <a:ext cx="0" cy="0"/>
          <a:chOff x="0" y="0"/>
          <a:chExt cx="0" cy="0"/>
        </a:xfrm>
      </p:grpSpPr>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6" name="Rounded Rectangle 5">
            <a:extLst>
              <a:ext uri="{FF2B5EF4-FFF2-40B4-BE49-F238E27FC236}">
                <a16:creationId xmlns:a16="http://schemas.microsoft.com/office/drawing/2014/main" id="{6B5EF62C-14DC-8569-F857-F9005E8A926A}"/>
              </a:ext>
            </a:extLst>
          </p:cNvPr>
          <p:cNvSpPr/>
          <p:nvPr userDrawn="1"/>
        </p:nvSpPr>
        <p:spPr>
          <a:xfrm>
            <a:off x="457201" y="1387197"/>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1</a:t>
            </a:r>
          </a:p>
        </p:txBody>
      </p:sp>
      <p:sp>
        <p:nvSpPr>
          <p:cNvPr id="7" name="Rounded Rectangle 6">
            <a:extLst>
              <a:ext uri="{FF2B5EF4-FFF2-40B4-BE49-F238E27FC236}">
                <a16:creationId xmlns:a16="http://schemas.microsoft.com/office/drawing/2014/main" id="{EF2DD467-3FF1-2050-0E47-CAD6E3BAD104}"/>
              </a:ext>
            </a:extLst>
          </p:cNvPr>
          <p:cNvSpPr/>
          <p:nvPr userDrawn="1"/>
        </p:nvSpPr>
        <p:spPr>
          <a:xfrm>
            <a:off x="457201" y="1861330"/>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2</a:t>
            </a:r>
          </a:p>
        </p:txBody>
      </p:sp>
      <p:sp>
        <p:nvSpPr>
          <p:cNvPr id="8" name="Rounded Rectangle 7">
            <a:extLst>
              <a:ext uri="{FF2B5EF4-FFF2-40B4-BE49-F238E27FC236}">
                <a16:creationId xmlns:a16="http://schemas.microsoft.com/office/drawing/2014/main" id="{6E9988F8-3436-11D7-3743-92076BD57876}"/>
              </a:ext>
            </a:extLst>
          </p:cNvPr>
          <p:cNvSpPr/>
          <p:nvPr userDrawn="1"/>
        </p:nvSpPr>
        <p:spPr>
          <a:xfrm>
            <a:off x="457201" y="2346752"/>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3</a:t>
            </a:r>
          </a:p>
        </p:txBody>
      </p:sp>
      <p:sp>
        <p:nvSpPr>
          <p:cNvPr id="9" name="Rounded Rectangle 8">
            <a:extLst>
              <a:ext uri="{FF2B5EF4-FFF2-40B4-BE49-F238E27FC236}">
                <a16:creationId xmlns:a16="http://schemas.microsoft.com/office/drawing/2014/main" id="{D6F72BDF-7CB9-9313-7B75-68EBEAD3F60C}"/>
              </a:ext>
            </a:extLst>
          </p:cNvPr>
          <p:cNvSpPr/>
          <p:nvPr userDrawn="1"/>
        </p:nvSpPr>
        <p:spPr>
          <a:xfrm>
            <a:off x="457201" y="2832174"/>
            <a:ext cx="431574" cy="393085"/>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4</a:t>
            </a:r>
          </a:p>
        </p:txBody>
      </p:sp>
      <p:sp>
        <p:nvSpPr>
          <p:cNvPr id="10" name="Rounded Rectangle 9">
            <a:extLst>
              <a:ext uri="{FF2B5EF4-FFF2-40B4-BE49-F238E27FC236}">
                <a16:creationId xmlns:a16="http://schemas.microsoft.com/office/drawing/2014/main" id="{C6A36163-D2BB-4BA8-691E-9BDA1E5E5B67}"/>
              </a:ext>
            </a:extLst>
          </p:cNvPr>
          <p:cNvSpPr/>
          <p:nvPr userDrawn="1"/>
        </p:nvSpPr>
        <p:spPr>
          <a:xfrm>
            <a:off x="457201" y="3323240"/>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5</a:t>
            </a:r>
          </a:p>
        </p:txBody>
      </p:sp>
      <p:sp>
        <p:nvSpPr>
          <p:cNvPr id="11" name="Rounded Rectangle 10">
            <a:extLst>
              <a:ext uri="{FF2B5EF4-FFF2-40B4-BE49-F238E27FC236}">
                <a16:creationId xmlns:a16="http://schemas.microsoft.com/office/drawing/2014/main" id="{070FD610-4974-4ECD-592A-6F48E8EB6F4F}"/>
              </a:ext>
            </a:extLst>
          </p:cNvPr>
          <p:cNvSpPr/>
          <p:nvPr userDrawn="1"/>
        </p:nvSpPr>
        <p:spPr>
          <a:xfrm>
            <a:off x="457201" y="3808662"/>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6</a:t>
            </a:r>
          </a:p>
        </p:txBody>
      </p:sp>
      <p:sp>
        <p:nvSpPr>
          <p:cNvPr id="12" name="Rounded Rectangle 11">
            <a:extLst>
              <a:ext uri="{FF2B5EF4-FFF2-40B4-BE49-F238E27FC236}">
                <a16:creationId xmlns:a16="http://schemas.microsoft.com/office/drawing/2014/main" id="{FB7010F4-ECAE-1CC0-5BC2-34573DAED6BC}"/>
              </a:ext>
            </a:extLst>
          </p:cNvPr>
          <p:cNvSpPr/>
          <p:nvPr userDrawn="1"/>
        </p:nvSpPr>
        <p:spPr>
          <a:xfrm>
            <a:off x="457201" y="4294084"/>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7</a:t>
            </a:r>
          </a:p>
        </p:txBody>
      </p:sp>
      <p:sp>
        <p:nvSpPr>
          <p:cNvPr id="13" name="TextBox 12">
            <a:extLst>
              <a:ext uri="{FF2B5EF4-FFF2-40B4-BE49-F238E27FC236}">
                <a16:creationId xmlns:a16="http://schemas.microsoft.com/office/drawing/2014/main" id="{7A495AAF-7C37-6119-090F-F4B0F06AD756}"/>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
        <p:nvSpPr>
          <p:cNvPr id="2" name="Rectangle 1">
            <a:extLst>
              <a:ext uri="{FF2B5EF4-FFF2-40B4-BE49-F238E27FC236}">
                <a16:creationId xmlns:a16="http://schemas.microsoft.com/office/drawing/2014/main" id="{DAF0E65F-87A1-5A3E-6BE0-76A1512C9B0F}"/>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itle 20">
            <a:extLst>
              <a:ext uri="{FF2B5EF4-FFF2-40B4-BE49-F238E27FC236}">
                <a16:creationId xmlns:a16="http://schemas.microsoft.com/office/drawing/2014/main" id="{378D40AB-A931-1416-DC62-4D83267380EB}"/>
              </a:ext>
            </a:extLst>
          </p:cNvPr>
          <p:cNvSpPr>
            <a:spLocks noGrp="1"/>
          </p:cNvSpPr>
          <p:nvPr>
            <p:ph type="title" hasCustomPrompt="1"/>
          </p:nvPr>
        </p:nvSpPr>
        <p:spPr>
          <a:xfrm>
            <a:off x="1" y="0"/>
            <a:ext cx="3447142" cy="1146406"/>
          </a:xfrm>
          <a:prstGeom prst="round2DiagRect">
            <a:avLst/>
          </a:prstGeom>
          <a:solidFill>
            <a:schemeClr val="tx2"/>
          </a:solidFill>
        </p:spPr>
        <p:txBody>
          <a:bodyPr anchor="ctr" anchorCtr="0"/>
          <a:lstStyle>
            <a:lvl1pPr algn="ctr">
              <a:lnSpc>
                <a:spcPct val="100000"/>
              </a:lnSpc>
              <a:defRPr sz="2500"/>
            </a:lvl1pPr>
          </a:lstStyle>
          <a:p>
            <a:r>
              <a:rPr lang="en-US" dirty="0"/>
              <a:t>Contents</a:t>
            </a:r>
          </a:p>
        </p:txBody>
      </p:sp>
    </p:spTree>
    <p:extLst>
      <p:ext uri="{BB962C8B-B14F-4D97-AF65-F5344CB8AC3E}">
        <p14:creationId xmlns:p14="http://schemas.microsoft.com/office/powerpoint/2010/main" val="320571523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5_TOC Slide - Main">
    <p:bg>
      <p:bgPr>
        <a:solidFill>
          <a:schemeClr val="bg2"/>
        </a:solidFill>
        <a:effectLst/>
      </p:bgPr>
    </p:bg>
    <p:spTree>
      <p:nvGrpSpPr>
        <p:cNvPr id="1" name=""/>
        <p:cNvGrpSpPr/>
        <p:nvPr/>
      </p:nvGrpSpPr>
      <p:grpSpPr>
        <a:xfrm>
          <a:off x="0" y="0"/>
          <a:ext cx="0" cy="0"/>
          <a:chOff x="0" y="0"/>
          <a:chExt cx="0" cy="0"/>
        </a:xfrm>
      </p:grpSpPr>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6" name="Rounded Rectangle 5">
            <a:extLst>
              <a:ext uri="{FF2B5EF4-FFF2-40B4-BE49-F238E27FC236}">
                <a16:creationId xmlns:a16="http://schemas.microsoft.com/office/drawing/2014/main" id="{A60C85DB-94A4-A073-1A5A-F3309F5CCCCA}"/>
              </a:ext>
            </a:extLst>
          </p:cNvPr>
          <p:cNvSpPr/>
          <p:nvPr userDrawn="1"/>
        </p:nvSpPr>
        <p:spPr>
          <a:xfrm>
            <a:off x="457201" y="1387197"/>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1</a:t>
            </a:r>
          </a:p>
        </p:txBody>
      </p:sp>
      <p:sp>
        <p:nvSpPr>
          <p:cNvPr id="7" name="Rounded Rectangle 6">
            <a:extLst>
              <a:ext uri="{FF2B5EF4-FFF2-40B4-BE49-F238E27FC236}">
                <a16:creationId xmlns:a16="http://schemas.microsoft.com/office/drawing/2014/main" id="{B825383C-A1CE-009D-28E1-33634664988A}"/>
              </a:ext>
            </a:extLst>
          </p:cNvPr>
          <p:cNvSpPr/>
          <p:nvPr userDrawn="1"/>
        </p:nvSpPr>
        <p:spPr>
          <a:xfrm>
            <a:off x="457201" y="1861330"/>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2</a:t>
            </a:r>
          </a:p>
        </p:txBody>
      </p:sp>
      <p:sp>
        <p:nvSpPr>
          <p:cNvPr id="8" name="Rounded Rectangle 7">
            <a:extLst>
              <a:ext uri="{FF2B5EF4-FFF2-40B4-BE49-F238E27FC236}">
                <a16:creationId xmlns:a16="http://schemas.microsoft.com/office/drawing/2014/main" id="{97371A96-100F-BA13-7CED-7A6175562913}"/>
              </a:ext>
            </a:extLst>
          </p:cNvPr>
          <p:cNvSpPr/>
          <p:nvPr userDrawn="1"/>
        </p:nvSpPr>
        <p:spPr>
          <a:xfrm>
            <a:off x="457201" y="2346752"/>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3</a:t>
            </a:r>
          </a:p>
        </p:txBody>
      </p:sp>
      <p:sp>
        <p:nvSpPr>
          <p:cNvPr id="9" name="Rounded Rectangle 8">
            <a:extLst>
              <a:ext uri="{FF2B5EF4-FFF2-40B4-BE49-F238E27FC236}">
                <a16:creationId xmlns:a16="http://schemas.microsoft.com/office/drawing/2014/main" id="{BFEFC827-714A-5077-2AF7-0D466F6625C7}"/>
              </a:ext>
            </a:extLst>
          </p:cNvPr>
          <p:cNvSpPr/>
          <p:nvPr userDrawn="1"/>
        </p:nvSpPr>
        <p:spPr>
          <a:xfrm>
            <a:off x="457201" y="2832174"/>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4</a:t>
            </a:r>
          </a:p>
        </p:txBody>
      </p:sp>
      <p:sp>
        <p:nvSpPr>
          <p:cNvPr id="10" name="Rounded Rectangle 9">
            <a:extLst>
              <a:ext uri="{FF2B5EF4-FFF2-40B4-BE49-F238E27FC236}">
                <a16:creationId xmlns:a16="http://schemas.microsoft.com/office/drawing/2014/main" id="{B52D6A54-EE78-AB45-0F22-41C054BF9753}"/>
              </a:ext>
            </a:extLst>
          </p:cNvPr>
          <p:cNvSpPr/>
          <p:nvPr userDrawn="1"/>
        </p:nvSpPr>
        <p:spPr>
          <a:xfrm>
            <a:off x="457201" y="3323240"/>
            <a:ext cx="431574" cy="393085"/>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5</a:t>
            </a:r>
          </a:p>
        </p:txBody>
      </p:sp>
      <p:sp>
        <p:nvSpPr>
          <p:cNvPr id="11" name="Rounded Rectangle 10">
            <a:extLst>
              <a:ext uri="{FF2B5EF4-FFF2-40B4-BE49-F238E27FC236}">
                <a16:creationId xmlns:a16="http://schemas.microsoft.com/office/drawing/2014/main" id="{3117F822-2BDA-965F-B05D-932E3A4DA84B}"/>
              </a:ext>
            </a:extLst>
          </p:cNvPr>
          <p:cNvSpPr/>
          <p:nvPr userDrawn="1"/>
        </p:nvSpPr>
        <p:spPr>
          <a:xfrm>
            <a:off x="457201" y="3808662"/>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6</a:t>
            </a:r>
          </a:p>
        </p:txBody>
      </p:sp>
      <p:sp>
        <p:nvSpPr>
          <p:cNvPr id="12" name="Rounded Rectangle 11">
            <a:extLst>
              <a:ext uri="{FF2B5EF4-FFF2-40B4-BE49-F238E27FC236}">
                <a16:creationId xmlns:a16="http://schemas.microsoft.com/office/drawing/2014/main" id="{D19F6BDA-47D4-F260-8B1E-9E219C2739DF}"/>
              </a:ext>
            </a:extLst>
          </p:cNvPr>
          <p:cNvSpPr/>
          <p:nvPr userDrawn="1"/>
        </p:nvSpPr>
        <p:spPr>
          <a:xfrm>
            <a:off x="457201" y="4294084"/>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7</a:t>
            </a:r>
          </a:p>
        </p:txBody>
      </p:sp>
      <p:sp>
        <p:nvSpPr>
          <p:cNvPr id="13" name="TextBox 12">
            <a:extLst>
              <a:ext uri="{FF2B5EF4-FFF2-40B4-BE49-F238E27FC236}">
                <a16:creationId xmlns:a16="http://schemas.microsoft.com/office/drawing/2014/main" id="{7756E1DA-1ADD-6D5F-EF91-EAECACBF89CD}"/>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
        <p:nvSpPr>
          <p:cNvPr id="3" name="Rectangle 2">
            <a:extLst>
              <a:ext uri="{FF2B5EF4-FFF2-40B4-BE49-F238E27FC236}">
                <a16:creationId xmlns:a16="http://schemas.microsoft.com/office/drawing/2014/main" id="{C9357900-4533-56B4-442C-C09C8C9F16E4}"/>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itle 20">
            <a:extLst>
              <a:ext uri="{FF2B5EF4-FFF2-40B4-BE49-F238E27FC236}">
                <a16:creationId xmlns:a16="http://schemas.microsoft.com/office/drawing/2014/main" id="{6595EB55-53F9-8C93-C36A-BA53CB4CA21A}"/>
              </a:ext>
            </a:extLst>
          </p:cNvPr>
          <p:cNvSpPr>
            <a:spLocks noGrp="1"/>
          </p:cNvSpPr>
          <p:nvPr>
            <p:ph type="title" hasCustomPrompt="1"/>
          </p:nvPr>
        </p:nvSpPr>
        <p:spPr>
          <a:xfrm>
            <a:off x="1" y="0"/>
            <a:ext cx="3447142" cy="1146406"/>
          </a:xfrm>
          <a:prstGeom prst="round2DiagRect">
            <a:avLst/>
          </a:prstGeom>
          <a:solidFill>
            <a:schemeClr val="tx2"/>
          </a:solidFill>
        </p:spPr>
        <p:txBody>
          <a:bodyPr anchor="ctr" anchorCtr="0"/>
          <a:lstStyle>
            <a:lvl1pPr algn="ctr">
              <a:lnSpc>
                <a:spcPct val="100000"/>
              </a:lnSpc>
              <a:defRPr sz="2500"/>
            </a:lvl1pPr>
          </a:lstStyle>
          <a:p>
            <a:r>
              <a:rPr lang="en-US" dirty="0"/>
              <a:t>Contents</a:t>
            </a:r>
          </a:p>
        </p:txBody>
      </p:sp>
    </p:spTree>
    <p:extLst>
      <p:ext uri="{BB962C8B-B14F-4D97-AF65-F5344CB8AC3E}">
        <p14:creationId xmlns:p14="http://schemas.microsoft.com/office/powerpoint/2010/main" val="300729529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6_TOC Slide - Main">
    <p:bg>
      <p:bgPr>
        <a:solidFill>
          <a:schemeClr val="bg2"/>
        </a:solidFill>
        <a:effectLst/>
      </p:bgPr>
    </p:bg>
    <p:spTree>
      <p:nvGrpSpPr>
        <p:cNvPr id="1" name=""/>
        <p:cNvGrpSpPr/>
        <p:nvPr/>
      </p:nvGrpSpPr>
      <p:grpSpPr>
        <a:xfrm>
          <a:off x="0" y="0"/>
          <a:ext cx="0" cy="0"/>
          <a:chOff x="0" y="0"/>
          <a:chExt cx="0" cy="0"/>
        </a:xfrm>
      </p:grpSpPr>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6" name="Rounded Rectangle 5">
            <a:extLst>
              <a:ext uri="{FF2B5EF4-FFF2-40B4-BE49-F238E27FC236}">
                <a16:creationId xmlns:a16="http://schemas.microsoft.com/office/drawing/2014/main" id="{FF921AB4-F0E3-41B5-6F31-D54FC8D7B080}"/>
              </a:ext>
            </a:extLst>
          </p:cNvPr>
          <p:cNvSpPr/>
          <p:nvPr userDrawn="1"/>
        </p:nvSpPr>
        <p:spPr>
          <a:xfrm>
            <a:off x="457201" y="1387197"/>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1</a:t>
            </a:r>
          </a:p>
        </p:txBody>
      </p:sp>
      <p:sp>
        <p:nvSpPr>
          <p:cNvPr id="7" name="Rounded Rectangle 6">
            <a:extLst>
              <a:ext uri="{FF2B5EF4-FFF2-40B4-BE49-F238E27FC236}">
                <a16:creationId xmlns:a16="http://schemas.microsoft.com/office/drawing/2014/main" id="{E66ECD41-D979-A6E2-73B2-12BE2C54F7B7}"/>
              </a:ext>
            </a:extLst>
          </p:cNvPr>
          <p:cNvSpPr/>
          <p:nvPr userDrawn="1"/>
        </p:nvSpPr>
        <p:spPr>
          <a:xfrm>
            <a:off x="457201" y="1861330"/>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2</a:t>
            </a:r>
          </a:p>
        </p:txBody>
      </p:sp>
      <p:sp>
        <p:nvSpPr>
          <p:cNvPr id="8" name="Rounded Rectangle 7">
            <a:extLst>
              <a:ext uri="{FF2B5EF4-FFF2-40B4-BE49-F238E27FC236}">
                <a16:creationId xmlns:a16="http://schemas.microsoft.com/office/drawing/2014/main" id="{60D6AAB6-BC07-5F46-A4F6-0EFF50D143B0}"/>
              </a:ext>
            </a:extLst>
          </p:cNvPr>
          <p:cNvSpPr/>
          <p:nvPr userDrawn="1"/>
        </p:nvSpPr>
        <p:spPr>
          <a:xfrm>
            <a:off x="457201" y="2346752"/>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3</a:t>
            </a:r>
          </a:p>
        </p:txBody>
      </p:sp>
      <p:sp>
        <p:nvSpPr>
          <p:cNvPr id="9" name="Rounded Rectangle 8">
            <a:extLst>
              <a:ext uri="{FF2B5EF4-FFF2-40B4-BE49-F238E27FC236}">
                <a16:creationId xmlns:a16="http://schemas.microsoft.com/office/drawing/2014/main" id="{69054AA5-BB34-AD00-86F2-2AE9ABF1BE18}"/>
              </a:ext>
            </a:extLst>
          </p:cNvPr>
          <p:cNvSpPr/>
          <p:nvPr userDrawn="1"/>
        </p:nvSpPr>
        <p:spPr>
          <a:xfrm>
            <a:off x="457201" y="2832174"/>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4</a:t>
            </a:r>
          </a:p>
        </p:txBody>
      </p:sp>
      <p:sp>
        <p:nvSpPr>
          <p:cNvPr id="10" name="Rounded Rectangle 9">
            <a:extLst>
              <a:ext uri="{FF2B5EF4-FFF2-40B4-BE49-F238E27FC236}">
                <a16:creationId xmlns:a16="http://schemas.microsoft.com/office/drawing/2014/main" id="{141DD908-3164-599B-D370-8C2D7BFAE1C8}"/>
              </a:ext>
            </a:extLst>
          </p:cNvPr>
          <p:cNvSpPr/>
          <p:nvPr userDrawn="1"/>
        </p:nvSpPr>
        <p:spPr>
          <a:xfrm>
            <a:off x="457201" y="3323240"/>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5</a:t>
            </a:r>
          </a:p>
        </p:txBody>
      </p:sp>
      <p:sp>
        <p:nvSpPr>
          <p:cNvPr id="11" name="Rounded Rectangle 10">
            <a:extLst>
              <a:ext uri="{FF2B5EF4-FFF2-40B4-BE49-F238E27FC236}">
                <a16:creationId xmlns:a16="http://schemas.microsoft.com/office/drawing/2014/main" id="{FD007F02-8405-9BA5-60ED-2765FEAF4796}"/>
              </a:ext>
            </a:extLst>
          </p:cNvPr>
          <p:cNvSpPr/>
          <p:nvPr userDrawn="1"/>
        </p:nvSpPr>
        <p:spPr>
          <a:xfrm>
            <a:off x="457201" y="3808662"/>
            <a:ext cx="431574" cy="393085"/>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6</a:t>
            </a:r>
          </a:p>
        </p:txBody>
      </p:sp>
      <p:sp>
        <p:nvSpPr>
          <p:cNvPr id="12" name="Rounded Rectangle 11">
            <a:extLst>
              <a:ext uri="{FF2B5EF4-FFF2-40B4-BE49-F238E27FC236}">
                <a16:creationId xmlns:a16="http://schemas.microsoft.com/office/drawing/2014/main" id="{320AA075-0D3C-FCC0-AC84-EE19DFFE3A7E}"/>
              </a:ext>
            </a:extLst>
          </p:cNvPr>
          <p:cNvSpPr/>
          <p:nvPr userDrawn="1"/>
        </p:nvSpPr>
        <p:spPr>
          <a:xfrm>
            <a:off x="457201" y="4294084"/>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7</a:t>
            </a:r>
          </a:p>
        </p:txBody>
      </p:sp>
      <p:sp>
        <p:nvSpPr>
          <p:cNvPr id="13" name="TextBox 12">
            <a:extLst>
              <a:ext uri="{FF2B5EF4-FFF2-40B4-BE49-F238E27FC236}">
                <a16:creationId xmlns:a16="http://schemas.microsoft.com/office/drawing/2014/main" id="{33D27493-D469-0A4A-C4BB-3AEA60759DBE}"/>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
        <p:nvSpPr>
          <p:cNvPr id="2" name="Rectangle 1">
            <a:extLst>
              <a:ext uri="{FF2B5EF4-FFF2-40B4-BE49-F238E27FC236}">
                <a16:creationId xmlns:a16="http://schemas.microsoft.com/office/drawing/2014/main" id="{33CCCEE6-1612-93C6-32D4-408A43EAC462}"/>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itle 20">
            <a:extLst>
              <a:ext uri="{FF2B5EF4-FFF2-40B4-BE49-F238E27FC236}">
                <a16:creationId xmlns:a16="http://schemas.microsoft.com/office/drawing/2014/main" id="{BEA30514-F4B7-F118-D2A6-12448DFCCC95}"/>
              </a:ext>
            </a:extLst>
          </p:cNvPr>
          <p:cNvSpPr>
            <a:spLocks noGrp="1"/>
          </p:cNvSpPr>
          <p:nvPr>
            <p:ph type="title" hasCustomPrompt="1"/>
          </p:nvPr>
        </p:nvSpPr>
        <p:spPr>
          <a:xfrm>
            <a:off x="1" y="0"/>
            <a:ext cx="3447142" cy="1146406"/>
          </a:xfrm>
          <a:prstGeom prst="round2DiagRect">
            <a:avLst/>
          </a:prstGeom>
          <a:solidFill>
            <a:schemeClr val="tx2"/>
          </a:solidFill>
        </p:spPr>
        <p:txBody>
          <a:bodyPr anchor="ctr" anchorCtr="0"/>
          <a:lstStyle>
            <a:lvl1pPr algn="ctr">
              <a:lnSpc>
                <a:spcPct val="100000"/>
              </a:lnSpc>
              <a:defRPr sz="2500"/>
            </a:lvl1pPr>
          </a:lstStyle>
          <a:p>
            <a:r>
              <a:rPr lang="en-US" dirty="0"/>
              <a:t>Contents</a:t>
            </a:r>
          </a:p>
        </p:txBody>
      </p:sp>
    </p:spTree>
    <p:extLst>
      <p:ext uri="{BB962C8B-B14F-4D97-AF65-F5344CB8AC3E}">
        <p14:creationId xmlns:p14="http://schemas.microsoft.com/office/powerpoint/2010/main" val="144062653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7_TOC Slide - Main">
    <p:bg>
      <p:bgPr>
        <a:solidFill>
          <a:schemeClr val="bg2"/>
        </a:solidFill>
        <a:effectLst/>
      </p:bgPr>
    </p:bg>
    <p:spTree>
      <p:nvGrpSpPr>
        <p:cNvPr id="1" name=""/>
        <p:cNvGrpSpPr/>
        <p:nvPr/>
      </p:nvGrpSpPr>
      <p:grpSpPr>
        <a:xfrm>
          <a:off x="0" y="0"/>
          <a:ext cx="0" cy="0"/>
          <a:chOff x="0" y="0"/>
          <a:chExt cx="0" cy="0"/>
        </a:xfrm>
      </p:grpSpPr>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6" name="Rounded Rectangle 5">
            <a:extLst>
              <a:ext uri="{FF2B5EF4-FFF2-40B4-BE49-F238E27FC236}">
                <a16:creationId xmlns:a16="http://schemas.microsoft.com/office/drawing/2014/main" id="{072A499A-B4C7-3457-2E48-5211DE4B1CDB}"/>
              </a:ext>
            </a:extLst>
          </p:cNvPr>
          <p:cNvSpPr/>
          <p:nvPr userDrawn="1"/>
        </p:nvSpPr>
        <p:spPr>
          <a:xfrm>
            <a:off x="457201" y="1387197"/>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1</a:t>
            </a:r>
          </a:p>
        </p:txBody>
      </p:sp>
      <p:sp>
        <p:nvSpPr>
          <p:cNvPr id="7" name="Rounded Rectangle 6">
            <a:extLst>
              <a:ext uri="{FF2B5EF4-FFF2-40B4-BE49-F238E27FC236}">
                <a16:creationId xmlns:a16="http://schemas.microsoft.com/office/drawing/2014/main" id="{EE517360-C038-9603-B0A8-471A390AF1CD}"/>
              </a:ext>
            </a:extLst>
          </p:cNvPr>
          <p:cNvSpPr/>
          <p:nvPr userDrawn="1"/>
        </p:nvSpPr>
        <p:spPr>
          <a:xfrm>
            <a:off x="457201" y="1861330"/>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2</a:t>
            </a:r>
          </a:p>
        </p:txBody>
      </p:sp>
      <p:sp>
        <p:nvSpPr>
          <p:cNvPr id="8" name="Rounded Rectangle 7">
            <a:extLst>
              <a:ext uri="{FF2B5EF4-FFF2-40B4-BE49-F238E27FC236}">
                <a16:creationId xmlns:a16="http://schemas.microsoft.com/office/drawing/2014/main" id="{274FB253-2840-4E46-205B-8A177D4DA0C0}"/>
              </a:ext>
            </a:extLst>
          </p:cNvPr>
          <p:cNvSpPr/>
          <p:nvPr userDrawn="1"/>
        </p:nvSpPr>
        <p:spPr>
          <a:xfrm>
            <a:off x="457201" y="2346752"/>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3</a:t>
            </a:r>
          </a:p>
        </p:txBody>
      </p:sp>
      <p:sp>
        <p:nvSpPr>
          <p:cNvPr id="9" name="Rounded Rectangle 8">
            <a:extLst>
              <a:ext uri="{FF2B5EF4-FFF2-40B4-BE49-F238E27FC236}">
                <a16:creationId xmlns:a16="http://schemas.microsoft.com/office/drawing/2014/main" id="{F538A649-14DE-D169-8665-82B386E7B637}"/>
              </a:ext>
            </a:extLst>
          </p:cNvPr>
          <p:cNvSpPr/>
          <p:nvPr userDrawn="1"/>
        </p:nvSpPr>
        <p:spPr>
          <a:xfrm>
            <a:off x="457201" y="2832174"/>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4</a:t>
            </a:r>
          </a:p>
        </p:txBody>
      </p:sp>
      <p:sp>
        <p:nvSpPr>
          <p:cNvPr id="10" name="Rounded Rectangle 9">
            <a:extLst>
              <a:ext uri="{FF2B5EF4-FFF2-40B4-BE49-F238E27FC236}">
                <a16:creationId xmlns:a16="http://schemas.microsoft.com/office/drawing/2014/main" id="{A3D5FC04-DE87-E00E-C8CF-B24AB5F07302}"/>
              </a:ext>
            </a:extLst>
          </p:cNvPr>
          <p:cNvSpPr/>
          <p:nvPr userDrawn="1"/>
        </p:nvSpPr>
        <p:spPr>
          <a:xfrm>
            <a:off x="457201" y="3323240"/>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5</a:t>
            </a:r>
          </a:p>
        </p:txBody>
      </p:sp>
      <p:sp>
        <p:nvSpPr>
          <p:cNvPr id="11" name="Rounded Rectangle 10">
            <a:extLst>
              <a:ext uri="{FF2B5EF4-FFF2-40B4-BE49-F238E27FC236}">
                <a16:creationId xmlns:a16="http://schemas.microsoft.com/office/drawing/2014/main" id="{4294A651-51DD-4D7C-9993-65F5A9278864}"/>
              </a:ext>
            </a:extLst>
          </p:cNvPr>
          <p:cNvSpPr/>
          <p:nvPr userDrawn="1"/>
        </p:nvSpPr>
        <p:spPr>
          <a:xfrm>
            <a:off x="457201" y="3808662"/>
            <a:ext cx="431574" cy="393085"/>
          </a:xfrm>
          <a:prstGeom prst="roundRect">
            <a:avLst/>
          </a:prstGeom>
          <a:solidFill>
            <a:schemeClr val="bg2">
              <a:lumMod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6</a:t>
            </a:r>
          </a:p>
        </p:txBody>
      </p:sp>
      <p:sp>
        <p:nvSpPr>
          <p:cNvPr id="12" name="Rounded Rectangle 11">
            <a:extLst>
              <a:ext uri="{FF2B5EF4-FFF2-40B4-BE49-F238E27FC236}">
                <a16:creationId xmlns:a16="http://schemas.microsoft.com/office/drawing/2014/main" id="{7D9BE7FE-124A-9B7A-D511-3C82AD80942F}"/>
              </a:ext>
            </a:extLst>
          </p:cNvPr>
          <p:cNvSpPr/>
          <p:nvPr userDrawn="1"/>
        </p:nvSpPr>
        <p:spPr>
          <a:xfrm>
            <a:off x="457201" y="4294084"/>
            <a:ext cx="431574" cy="393085"/>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i="0">
                <a:latin typeface="Arial" panose="020B0604020202020204" pitchFamily="34" charset="0"/>
                <a:cs typeface="Arial" panose="020B0604020202020204" pitchFamily="34" charset="0"/>
              </a:rPr>
              <a:t>7</a:t>
            </a:r>
          </a:p>
        </p:txBody>
      </p:sp>
      <p:sp>
        <p:nvSpPr>
          <p:cNvPr id="13" name="TextBox 12">
            <a:extLst>
              <a:ext uri="{FF2B5EF4-FFF2-40B4-BE49-F238E27FC236}">
                <a16:creationId xmlns:a16="http://schemas.microsoft.com/office/drawing/2014/main" id="{74B64683-6370-7CF7-374E-64AF47E59A74}"/>
              </a:ext>
            </a:extLst>
          </p:cNvPr>
          <p:cNvSpPr txBox="1"/>
          <p:nvPr userDrawn="1"/>
        </p:nvSpPr>
        <p:spPr>
          <a:xfrm>
            <a:off x="6711702" y="4840514"/>
            <a:ext cx="2279522" cy="207749"/>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750"/>
              <a:t>National Laboratory of the Rockies</a:t>
            </a:r>
            <a:r>
              <a:rPr lang="en-US" sz="750" baseline="0"/>
              <a:t>    </a:t>
            </a:r>
            <a:r>
              <a:rPr lang="en-US" sz="750"/>
              <a:t>|    </a:t>
            </a:r>
            <a:fld id="{BFD71CF8-5198-8441-A7C0-DC22FD64CBE4}" type="slidenum">
              <a:rPr lang="en-US" sz="750" smtClean="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750"/>
          </a:p>
        </p:txBody>
      </p:sp>
      <p:sp>
        <p:nvSpPr>
          <p:cNvPr id="2" name="Rectangle 1">
            <a:extLst>
              <a:ext uri="{FF2B5EF4-FFF2-40B4-BE49-F238E27FC236}">
                <a16:creationId xmlns:a16="http://schemas.microsoft.com/office/drawing/2014/main" id="{38AF29AB-E90C-35E5-C314-CBAD0251E7CA}"/>
              </a:ext>
            </a:extLst>
          </p:cNvPr>
          <p:cNvSpPr/>
          <p:nvPr userDrawn="1"/>
        </p:nvSpPr>
        <p:spPr>
          <a:xfrm>
            <a:off x="0" y="-1"/>
            <a:ext cx="609600" cy="57243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itle 20">
            <a:extLst>
              <a:ext uri="{FF2B5EF4-FFF2-40B4-BE49-F238E27FC236}">
                <a16:creationId xmlns:a16="http://schemas.microsoft.com/office/drawing/2014/main" id="{00449A00-754D-EE0E-07D3-48EB1CD07468}"/>
              </a:ext>
            </a:extLst>
          </p:cNvPr>
          <p:cNvSpPr>
            <a:spLocks noGrp="1"/>
          </p:cNvSpPr>
          <p:nvPr>
            <p:ph type="title" hasCustomPrompt="1"/>
          </p:nvPr>
        </p:nvSpPr>
        <p:spPr>
          <a:xfrm>
            <a:off x="1" y="0"/>
            <a:ext cx="3447142" cy="1146406"/>
          </a:xfrm>
          <a:prstGeom prst="round2DiagRect">
            <a:avLst/>
          </a:prstGeom>
          <a:solidFill>
            <a:schemeClr val="tx2"/>
          </a:solidFill>
        </p:spPr>
        <p:txBody>
          <a:bodyPr anchor="ctr" anchorCtr="0"/>
          <a:lstStyle>
            <a:lvl1pPr algn="ctr">
              <a:lnSpc>
                <a:spcPct val="100000"/>
              </a:lnSpc>
              <a:defRPr sz="2500"/>
            </a:lvl1pPr>
          </a:lstStyle>
          <a:p>
            <a:r>
              <a:rPr lang="en-US" dirty="0"/>
              <a:t>Contents</a:t>
            </a:r>
          </a:p>
        </p:txBody>
      </p:sp>
    </p:spTree>
    <p:extLst>
      <p:ext uri="{BB962C8B-B14F-4D97-AF65-F5344CB8AC3E}">
        <p14:creationId xmlns:p14="http://schemas.microsoft.com/office/powerpoint/2010/main" val="37986265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End Slide - Simpl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A24A4911-4C23-B519-53D2-40F4FD69C5F7}"/>
              </a:ext>
            </a:extLst>
          </p:cNvPr>
          <p:cNvCxnSpPr/>
          <p:nvPr userDrawn="1"/>
        </p:nvCxnSpPr>
        <p:spPr>
          <a:xfrm>
            <a:off x="3741647" y="1939062"/>
            <a:ext cx="4955659" cy="0"/>
          </a:xfrm>
          <a:prstGeom prst="line">
            <a:avLst/>
          </a:prstGeom>
          <a:ln cap="rnd">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7" name="Text Placeholder 14">
            <a:extLst>
              <a:ext uri="{FF2B5EF4-FFF2-40B4-BE49-F238E27FC236}">
                <a16:creationId xmlns:a16="http://schemas.microsoft.com/office/drawing/2014/main" id="{0497201F-2325-50C4-3A4D-2A3C2E245DD3}"/>
              </a:ext>
            </a:extLst>
          </p:cNvPr>
          <p:cNvSpPr>
            <a:spLocks noGrp="1"/>
          </p:cNvSpPr>
          <p:nvPr>
            <p:ph type="body" sz="quarter" idx="11" hasCustomPrompt="1"/>
          </p:nvPr>
        </p:nvSpPr>
        <p:spPr>
          <a:xfrm>
            <a:off x="3753295" y="2572506"/>
            <a:ext cx="4607032" cy="210217"/>
          </a:xfrm>
        </p:spPr>
        <p:txBody>
          <a:bodyPr lIns="0" tIns="0" rIns="0" bIns="0" anchor="t" anchorCtr="0">
            <a:noAutofit/>
          </a:bodyPr>
          <a:lstStyle>
            <a:lvl1pPr marL="0" indent="0">
              <a:spcBef>
                <a:spcPts val="400"/>
              </a:spcBef>
              <a:buNone/>
              <a:defRPr sz="1000" baseline="0"/>
            </a:lvl1pPr>
            <a:lvl2pPr marL="457200" indent="0">
              <a:buNone/>
              <a:defRPr/>
            </a:lvl2pPr>
            <a:lvl3pPr marL="914400" indent="0">
              <a:buNone/>
              <a:defRPr/>
            </a:lvl3pPr>
            <a:lvl4pPr marL="1371600" indent="0">
              <a:buNone/>
              <a:defRPr/>
            </a:lvl4pPr>
            <a:lvl5pPr marL="1828800" indent="0">
              <a:buNone/>
              <a:defRPr/>
            </a:lvl5pPr>
          </a:lstStyle>
          <a:p>
            <a:pPr lvl="0"/>
            <a:r>
              <a:rPr lang="en-US"/>
              <a:t>Publication Number</a:t>
            </a:r>
          </a:p>
        </p:txBody>
      </p:sp>
      <p:sp>
        <p:nvSpPr>
          <p:cNvPr id="10" name="TextBox 9">
            <a:extLst>
              <a:ext uri="{FF2B5EF4-FFF2-40B4-BE49-F238E27FC236}">
                <a16:creationId xmlns:a16="http://schemas.microsoft.com/office/drawing/2014/main" id="{4742FE13-7614-F461-FEC5-BC5364F16E62}"/>
              </a:ext>
            </a:extLst>
          </p:cNvPr>
          <p:cNvSpPr txBox="1"/>
          <p:nvPr userDrawn="1"/>
        </p:nvSpPr>
        <p:spPr>
          <a:xfrm>
            <a:off x="3636832" y="2092242"/>
            <a:ext cx="2116667" cy="330009"/>
          </a:xfrm>
          <a:prstGeom prst="rect">
            <a:avLst/>
          </a:prstGeom>
          <a:noFill/>
        </p:spPr>
        <p:txBody>
          <a:bodyPr wrap="square" lIns="0" tIns="0" rIns="0" bIns="0" rtlCol="0" anchor="ctr" anchorCtr="0">
            <a:noAutofit/>
          </a:bodyPr>
          <a:lstStyle/>
          <a:p>
            <a:pPr algn="l">
              <a:spcBef>
                <a:spcPts val="1200"/>
              </a:spcBef>
              <a:spcAft>
                <a:spcPts val="600"/>
              </a:spcAft>
            </a:pPr>
            <a:r>
              <a:rPr lang="en-US" b="1" dirty="0">
                <a:solidFill>
                  <a:srgbClr val="333333"/>
                </a:solidFill>
              </a:rPr>
              <a:t>  </a:t>
            </a:r>
            <a:r>
              <a:rPr lang="en-US" b="1" dirty="0" err="1">
                <a:solidFill>
                  <a:srgbClr val="333333"/>
                </a:solidFill>
              </a:rPr>
              <a:t>www.nlr.gov</a:t>
            </a:r>
            <a:endParaRPr lang="en-US" b="1" dirty="0">
              <a:solidFill>
                <a:srgbClr val="333333"/>
              </a:solidFill>
            </a:endParaRPr>
          </a:p>
        </p:txBody>
      </p:sp>
      <p:sp>
        <p:nvSpPr>
          <p:cNvPr id="11" name="Title 2">
            <a:extLst>
              <a:ext uri="{FF2B5EF4-FFF2-40B4-BE49-F238E27FC236}">
                <a16:creationId xmlns:a16="http://schemas.microsoft.com/office/drawing/2014/main" id="{9E7E7FB3-9C50-1309-6275-7CB77558EEF8}"/>
              </a:ext>
            </a:extLst>
          </p:cNvPr>
          <p:cNvSpPr>
            <a:spLocks noGrp="1"/>
          </p:cNvSpPr>
          <p:nvPr>
            <p:ph type="title" hasCustomPrompt="1"/>
          </p:nvPr>
        </p:nvSpPr>
        <p:spPr>
          <a:xfrm>
            <a:off x="3715556" y="442061"/>
            <a:ext cx="4606936" cy="1310715"/>
          </a:xfrm>
          <a:prstGeom prst="rect">
            <a:avLst/>
          </a:prstGeom>
          <a:noFill/>
        </p:spPr>
        <p:txBody>
          <a:bodyPr lIns="0" tIns="0" rIns="0" bIns="0" anchor="b" anchorCtr="0">
            <a:normAutofit/>
          </a:bodyPr>
          <a:lstStyle>
            <a:lvl1pPr algn="l">
              <a:lnSpc>
                <a:spcPct val="100000"/>
              </a:lnSpc>
              <a:defRPr sz="3500" b="1" i="0">
                <a:solidFill>
                  <a:schemeClr val="tx1"/>
                </a:solidFill>
                <a:latin typeface="Arial" panose="020B0604020202020204" pitchFamily="34" charset="0"/>
                <a:cs typeface="Arial" panose="020B0604020202020204" pitchFamily="34" charset="0"/>
              </a:defRPr>
            </a:lvl1pPr>
          </a:lstStyle>
          <a:p>
            <a:pPr lvl="0"/>
            <a:r>
              <a:rPr lang="en-US" dirty="0"/>
              <a:t>Q&amp;A or Thank You</a:t>
            </a:r>
          </a:p>
        </p:txBody>
      </p:sp>
      <p:pic>
        <p:nvPicPr>
          <p:cNvPr id="3" name="Picture 2">
            <a:extLst>
              <a:ext uri="{FF2B5EF4-FFF2-40B4-BE49-F238E27FC236}">
                <a16:creationId xmlns:a16="http://schemas.microsoft.com/office/drawing/2014/main" id="{14D0F568-9645-9157-18B1-84EDAD5A5FA6}"/>
              </a:ext>
            </a:extLst>
          </p:cNvPr>
          <p:cNvPicPr>
            <a:picLocks noChangeAspect="1"/>
          </p:cNvPicPr>
          <p:nvPr userDrawn="1"/>
        </p:nvPicPr>
        <p:blipFill>
          <a:blip r:embed="rId2"/>
          <a:stretch>
            <a:fillRect/>
          </a:stretch>
        </p:blipFill>
        <p:spPr>
          <a:xfrm>
            <a:off x="3675511" y="4149284"/>
            <a:ext cx="2897704" cy="498785"/>
          </a:xfrm>
          <a:prstGeom prst="rect">
            <a:avLst/>
          </a:prstGeom>
        </p:spPr>
      </p:pic>
    </p:spTree>
    <p:extLst>
      <p:ext uri="{BB962C8B-B14F-4D97-AF65-F5344CB8AC3E}">
        <p14:creationId xmlns:p14="http://schemas.microsoft.com/office/powerpoint/2010/main" val="2086956293"/>
      </p:ext>
    </p:extLst>
  </p:cSld>
  <p:clrMapOvr>
    <a:masterClrMapping/>
  </p:clrMapOvr>
  <p:extLst>
    <p:ext uri="{DCECCB84-F9BA-43D5-87BE-67443E8EF086}">
      <p15:sldGuideLst xmlns:p15="http://schemas.microsoft.com/office/powerpoint/2012/main">
        <p15:guide id="1" orient="horz" pos="1620">
          <p15:clr>
            <a:srgbClr val="FBAE40"/>
          </p15:clr>
        </p15:guide>
        <p15:guide id="2" pos="2352">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End Slide - Simple with Text">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A24A4911-4C23-B519-53D2-40F4FD69C5F7}"/>
              </a:ext>
            </a:extLst>
          </p:cNvPr>
          <p:cNvCxnSpPr/>
          <p:nvPr userDrawn="1"/>
        </p:nvCxnSpPr>
        <p:spPr>
          <a:xfrm>
            <a:off x="3741647" y="1939062"/>
            <a:ext cx="4955659" cy="0"/>
          </a:xfrm>
          <a:prstGeom prst="line">
            <a:avLst/>
          </a:prstGeom>
          <a:ln cap="rnd">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7" name="Text Placeholder 14">
            <a:extLst>
              <a:ext uri="{FF2B5EF4-FFF2-40B4-BE49-F238E27FC236}">
                <a16:creationId xmlns:a16="http://schemas.microsoft.com/office/drawing/2014/main" id="{0497201F-2325-50C4-3A4D-2A3C2E245DD3}"/>
              </a:ext>
            </a:extLst>
          </p:cNvPr>
          <p:cNvSpPr>
            <a:spLocks noGrp="1"/>
          </p:cNvSpPr>
          <p:nvPr>
            <p:ph type="body" sz="quarter" idx="11" hasCustomPrompt="1"/>
          </p:nvPr>
        </p:nvSpPr>
        <p:spPr>
          <a:xfrm>
            <a:off x="3753295" y="2572506"/>
            <a:ext cx="4607032" cy="210217"/>
          </a:xfrm>
        </p:spPr>
        <p:txBody>
          <a:bodyPr lIns="0" tIns="0" rIns="0" bIns="0" anchor="t" anchorCtr="0">
            <a:noAutofit/>
          </a:bodyPr>
          <a:lstStyle>
            <a:lvl1pPr marL="0" indent="0">
              <a:spcBef>
                <a:spcPts val="400"/>
              </a:spcBef>
              <a:buNone/>
              <a:defRPr sz="1000" baseline="0"/>
            </a:lvl1pPr>
            <a:lvl2pPr marL="457200" indent="0">
              <a:buNone/>
              <a:defRPr/>
            </a:lvl2pPr>
            <a:lvl3pPr marL="914400" indent="0">
              <a:buNone/>
              <a:defRPr/>
            </a:lvl3pPr>
            <a:lvl4pPr marL="1371600" indent="0">
              <a:buNone/>
              <a:defRPr/>
            </a:lvl4pPr>
            <a:lvl5pPr marL="1828800" indent="0">
              <a:buNone/>
              <a:defRPr/>
            </a:lvl5pPr>
          </a:lstStyle>
          <a:p>
            <a:pPr lvl="0"/>
            <a:r>
              <a:rPr lang="en-US"/>
              <a:t>Publication Number</a:t>
            </a:r>
          </a:p>
        </p:txBody>
      </p:sp>
      <p:sp>
        <p:nvSpPr>
          <p:cNvPr id="10" name="TextBox 9">
            <a:extLst>
              <a:ext uri="{FF2B5EF4-FFF2-40B4-BE49-F238E27FC236}">
                <a16:creationId xmlns:a16="http://schemas.microsoft.com/office/drawing/2014/main" id="{4742FE13-7614-F461-FEC5-BC5364F16E62}"/>
              </a:ext>
            </a:extLst>
          </p:cNvPr>
          <p:cNvSpPr txBox="1"/>
          <p:nvPr userDrawn="1"/>
        </p:nvSpPr>
        <p:spPr>
          <a:xfrm>
            <a:off x="3636832" y="2092242"/>
            <a:ext cx="2116667" cy="330009"/>
          </a:xfrm>
          <a:prstGeom prst="rect">
            <a:avLst/>
          </a:prstGeom>
          <a:noFill/>
        </p:spPr>
        <p:txBody>
          <a:bodyPr wrap="square" lIns="0" tIns="0" rIns="0" bIns="0" rtlCol="0" anchor="ctr" anchorCtr="0">
            <a:noAutofit/>
          </a:bodyPr>
          <a:lstStyle/>
          <a:p>
            <a:pPr algn="l">
              <a:spcBef>
                <a:spcPts val="1200"/>
              </a:spcBef>
              <a:spcAft>
                <a:spcPts val="600"/>
              </a:spcAft>
            </a:pPr>
            <a:r>
              <a:rPr lang="en-US" b="1" dirty="0">
                <a:solidFill>
                  <a:srgbClr val="333333"/>
                </a:solidFill>
              </a:rPr>
              <a:t>  </a:t>
            </a:r>
            <a:r>
              <a:rPr lang="en-US" b="1" dirty="0" err="1">
                <a:solidFill>
                  <a:srgbClr val="333333"/>
                </a:solidFill>
              </a:rPr>
              <a:t>www.nlr.gov</a:t>
            </a:r>
            <a:endParaRPr lang="en-US" b="1" dirty="0">
              <a:solidFill>
                <a:srgbClr val="333333"/>
              </a:solidFill>
            </a:endParaRPr>
          </a:p>
        </p:txBody>
      </p:sp>
      <p:sp>
        <p:nvSpPr>
          <p:cNvPr id="11" name="Title 2">
            <a:extLst>
              <a:ext uri="{FF2B5EF4-FFF2-40B4-BE49-F238E27FC236}">
                <a16:creationId xmlns:a16="http://schemas.microsoft.com/office/drawing/2014/main" id="{9E7E7FB3-9C50-1309-6275-7CB77558EEF8}"/>
              </a:ext>
            </a:extLst>
          </p:cNvPr>
          <p:cNvSpPr>
            <a:spLocks noGrp="1"/>
          </p:cNvSpPr>
          <p:nvPr>
            <p:ph type="title" hasCustomPrompt="1"/>
          </p:nvPr>
        </p:nvSpPr>
        <p:spPr>
          <a:xfrm>
            <a:off x="3715556" y="442061"/>
            <a:ext cx="4606936" cy="1310715"/>
          </a:xfrm>
          <a:prstGeom prst="rect">
            <a:avLst/>
          </a:prstGeom>
          <a:noFill/>
        </p:spPr>
        <p:txBody>
          <a:bodyPr lIns="0" tIns="0" rIns="0" bIns="0" anchor="b" anchorCtr="0">
            <a:normAutofit/>
          </a:bodyPr>
          <a:lstStyle>
            <a:lvl1pPr algn="l">
              <a:lnSpc>
                <a:spcPct val="100000"/>
              </a:lnSpc>
              <a:defRPr sz="3500" b="1" i="0">
                <a:solidFill>
                  <a:schemeClr val="tx1"/>
                </a:solidFill>
                <a:latin typeface="Arial" panose="020B0604020202020204" pitchFamily="34" charset="0"/>
                <a:cs typeface="Arial" panose="020B0604020202020204" pitchFamily="34" charset="0"/>
              </a:defRPr>
            </a:lvl1pPr>
          </a:lstStyle>
          <a:p>
            <a:pPr lvl="0"/>
            <a:r>
              <a:rPr lang="en-US" dirty="0"/>
              <a:t>Q&amp;A or Thank You</a:t>
            </a:r>
          </a:p>
        </p:txBody>
      </p:sp>
      <p:pic>
        <p:nvPicPr>
          <p:cNvPr id="3" name="Picture 2">
            <a:extLst>
              <a:ext uri="{FF2B5EF4-FFF2-40B4-BE49-F238E27FC236}">
                <a16:creationId xmlns:a16="http://schemas.microsoft.com/office/drawing/2014/main" id="{14D0F568-9645-9157-18B1-84EDAD5A5FA6}"/>
              </a:ext>
            </a:extLst>
          </p:cNvPr>
          <p:cNvPicPr>
            <a:picLocks noChangeAspect="1"/>
          </p:cNvPicPr>
          <p:nvPr userDrawn="1"/>
        </p:nvPicPr>
        <p:blipFill>
          <a:blip r:embed="rId2"/>
          <a:stretch>
            <a:fillRect/>
          </a:stretch>
        </p:blipFill>
        <p:spPr>
          <a:xfrm>
            <a:off x="3675511" y="4149284"/>
            <a:ext cx="2897704" cy="498785"/>
          </a:xfrm>
          <a:prstGeom prst="rect">
            <a:avLst/>
          </a:prstGeom>
        </p:spPr>
      </p:pic>
      <p:sp>
        <p:nvSpPr>
          <p:cNvPr id="2" name="Text Placeholder 7">
            <a:extLst>
              <a:ext uri="{FF2B5EF4-FFF2-40B4-BE49-F238E27FC236}">
                <a16:creationId xmlns:a16="http://schemas.microsoft.com/office/drawing/2014/main" id="{C044B2B2-183F-DA2E-AE51-E9D5286F338A}"/>
              </a:ext>
            </a:extLst>
          </p:cNvPr>
          <p:cNvSpPr>
            <a:spLocks noGrp="1"/>
          </p:cNvSpPr>
          <p:nvPr>
            <p:ph type="body" sz="quarter" idx="57"/>
          </p:nvPr>
        </p:nvSpPr>
        <p:spPr>
          <a:xfrm>
            <a:off x="370880" y="442060"/>
            <a:ext cx="2897704" cy="4205995"/>
          </a:xfrm>
        </p:spPr>
        <p:txBody>
          <a:bodyPr/>
          <a:lstStyle>
            <a:lvl1pPr>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18670788"/>
      </p:ext>
    </p:extLst>
  </p:cSld>
  <p:clrMapOvr>
    <a:masterClrMapping/>
  </p:clrMapOvr>
  <p:extLst>
    <p:ext uri="{DCECCB84-F9BA-43D5-87BE-67443E8EF086}">
      <p15:sldGuideLst xmlns:p15="http://schemas.microsoft.com/office/powerpoint/2012/main">
        <p15:guide id="1" orient="horz" pos="1620">
          <p15:clr>
            <a:srgbClr val="FBAE40"/>
          </p15:clr>
        </p15:guide>
        <p15:guide id="2" pos="2352">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End Slide - photo">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A33061E-7711-4552-AAA9-0C165E333D65}"/>
              </a:ext>
            </a:extLst>
          </p:cNvPr>
          <p:cNvPicPr>
            <a:picLocks noChangeAspect="1"/>
          </p:cNvPicPr>
          <p:nvPr userDrawn="1"/>
        </p:nvPicPr>
        <p:blipFill>
          <a:blip r:embed="rId2"/>
          <a:srcRect/>
          <a:stretch/>
        </p:blipFill>
        <p:spPr>
          <a:xfrm>
            <a:off x="1850" y="0"/>
            <a:ext cx="9140299" cy="5143500"/>
          </a:xfrm>
          <a:prstGeom prst="rect">
            <a:avLst/>
          </a:prstGeom>
        </p:spPr>
      </p:pic>
      <p:sp>
        <p:nvSpPr>
          <p:cNvPr id="6" name="Round Single Corner Rectangle 5">
            <a:extLst>
              <a:ext uri="{FF2B5EF4-FFF2-40B4-BE49-F238E27FC236}">
                <a16:creationId xmlns:a16="http://schemas.microsoft.com/office/drawing/2014/main" id="{223C131E-FFC9-8DEE-6F27-4EC7AF908DA0}"/>
              </a:ext>
            </a:extLst>
          </p:cNvPr>
          <p:cNvSpPr/>
          <p:nvPr userDrawn="1"/>
        </p:nvSpPr>
        <p:spPr>
          <a:xfrm flipH="1">
            <a:off x="4126833" y="1293237"/>
            <a:ext cx="5017167" cy="3066111"/>
          </a:xfrm>
          <a:prstGeom prst="round1Rect">
            <a:avLst/>
          </a:prstGeom>
          <a:solidFill>
            <a:schemeClr val="accent1">
              <a:alpha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en-US" sz="3000">
              <a:solidFill>
                <a:schemeClr val="tx1"/>
              </a:solidFill>
            </a:endParaRPr>
          </a:p>
        </p:txBody>
      </p:sp>
      <p:sp>
        <p:nvSpPr>
          <p:cNvPr id="2" name="Title 1">
            <a:extLst>
              <a:ext uri="{FF2B5EF4-FFF2-40B4-BE49-F238E27FC236}">
                <a16:creationId xmlns:a16="http://schemas.microsoft.com/office/drawing/2014/main" id="{9F8C5116-F344-6538-095F-2422DB67E61E}"/>
              </a:ext>
            </a:extLst>
          </p:cNvPr>
          <p:cNvSpPr>
            <a:spLocks noGrp="1"/>
          </p:cNvSpPr>
          <p:nvPr>
            <p:ph type="title" hasCustomPrompt="1"/>
          </p:nvPr>
        </p:nvSpPr>
        <p:spPr>
          <a:xfrm>
            <a:off x="4323875" y="1487284"/>
            <a:ext cx="4444369" cy="908383"/>
          </a:xfrm>
          <a:prstGeom prst="rect">
            <a:avLst/>
          </a:prstGeom>
        </p:spPr>
        <p:txBody>
          <a:bodyPr lIns="182880" anchor="ctr">
            <a:normAutofit/>
          </a:bodyPr>
          <a:lstStyle>
            <a:lvl1pPr algn="l">
              <a:lnSpc>
                <a:spcPct val="100000"/>
              </a:lnSpc>
              <a:defRPr sz="2800" b="1"/>
            </a:lvl1pPr>
          </a:lstStyle>
          <a:p>
            <a:r>
              <a:rPr lang="en-US" dirty="0"/>
              <a:t>Q&amp;A or Thank You</a:t>
            </a:r>
          </a:p>
        </p:txBody>
      </p:sp>
      <p:sp>
        <p:nvSpPr>
          <p:cNvPr id="10" name="TextBox 9">
            <a:extLst>
              <a:ext uri="{FF2B5EF4-FFF2-40B4-BE49-F238E27FC236}">
                <a16:creationId xmlns:a16="http://schemas.microsoft.com/office/drawing/2014/main" id="{93BE0CFF-97E6-4CAB-9B8B-8E18EC82F557}"/>
              </a:ext>
            </a:extLst>
          </p:cNvPr>
          <p:cNvSpPr txBox="1"/>
          <p:nvPr userDrawn="1"/>
        </p:nvSpPr>
        <p:spPr>
          <a:xfrm>
            <a:off x="467454" y="4830962"/>
            <a:ext cx="2093495" cy="200055"/>
          </a:xfrm>
          <a:prstGeom prst="rect">
            <a:avLst/>
          </a:prstGeom>
          <a:noFill/>
        </p:spPr>
        <p:txBody>
          <a:bodyPr wrap="square" lIns="0" tIns="0" rIns="0" bIns="0" rtlCol="0">
            <a:noAutofit/>
          </a:bodyPr>
          <a:lstStyle/>
          <a:p>
            <a:r>
              <a:rPr lang="en-US" sz="600" i="1">
                <a:solidFill>
                  <a:schemeClr val="bg1">
                    <a:lumMod val="50000"/>
                  </a:schemeClr>
                </a:solidFill>
              </a:rPr>
              <a:t>Photo from Getty Images 181828180</a:t>
            </a:r>
          </a:p>
        </p:txBody>
      </p:sp>
      <p:sp>
        <p:nvSpPr>
          <p:cNvPr id="11" name="Text Placeholder 14">
            <a:extLst>
              <a:ext uri="{FF2B5EF4-FFF2-40B4-BE49-F238E27FC236}">
                <a16:creationId xmlns:a16="http://schemas.microsoft.com/office/drawing/2014/main" id="{CF52A3BF-F794-7340-9C04-F11D68FCB60E}"/>
              </a:ext>
            </a:extLst>
          </p:cNvPr>
          <p:cNvSpPr>
            <a:spLocks noGrp="1"/>
          </p:cNvSpPr>
          <p:nvPr>
            <p:ph type="body" sz="quarter" idx="12" hasCustomPrompt="1"/>
          </p:nvPr>
        </p:nvSpPr>
        <p:spPr>
          <a:xfrm>
            <a:off x="4325726" y="2423344"/>
            <a:ext cx="4496935" cy="804394"/>
          </a:xfrm>
          <a:noFill/>
        </p:spPr>
        <p:txBody>
          <a:bodyPr lIns="182880" tIns="128016" rIns="182880" bIns="100584" anchor="ctr" anchorCtr="0">
            <a:noAutofit/>
          </a:bodyPr>
          <a:lstStyle>
            <a:lvl1pPr marL="0" indent="0">
              <a:lnSpc>
                <a:spcPct val="100000"/>
              </a:lnSpc>
              <a:spcBef>
                <a:spcPts val="0"/>
              </a:spcBef>
              <a:spcAft>
                <a:spcPts val="500"/>
              </a:spcAft>
              <a:buNone/>
              <a:defRPr sz="14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err="1"/>
              <a:t>www.nlr.gov</a:t>
            </a:r>
            <a:endParaRPr lang="en-US"/>
          </a:p>
          <a:p>
            <a:pPr lvl="0"/>
            <a:r>
              <a:rPr lang="en-US"/>
              <a:t>Publication Number</a:t>
            </a:r>
          </a:p>
        </p:txBody>
      </p:sp>
      <p:cxnSp>
        <p:nvCxnSpPr>
          <p:cNvPr id="13" name="Straight Connector 12">
            <a:extLst>
              <a:ext uri="{FF2B5EF4-FFF2-40B4-BE49-F238E27FC236}">
                <a16:creationId xmlns:a16="http://schemas.microsoft.com/office/drawing/2014/main" id="{79DFF9FF-53E1-D25C-5627-9792F8CCFD87}"/>
              </a:ext>
            </a:extLst>
          </p:cNvPr>
          <p:cNvCxnSpPr>
            <a:cxnSpLocks/>
          </p:cNvCxnSpPr>
          <p:nvPr userDrawn="1"/>
        </p:nvCxnSpPr>
        <p:spPr>
          <a:xfrm>
            <a:off x="4325726" y="3359812"/>
            <a:ext cx="4496935" cy="0"/>
          </a:xfrm>
          <a:prstGeom prst="line">
            <a:avLst/>
          </a:prstGeom>
          <a:ln w="12700" cap="rnd">
            <a:solidFill>
              <a:schemeClr val="accent2"/>
            </a:solidFill>
          </a:ln>
          <a:effectLst/>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3F63A909-1731-94D6-E787-139FBA2EC8E3}"/>
              </a:ext>
            </a:extLst>
          </p:cNvPr>
          <p:cNvPicPr>
            <a:picLocks noChangeAspect="1"/>
          </p:cNvPicPr>
          <p:nvPr userDrawn="1"/>
        </p:nvPicPr>
        <p:blipFill>
          <a:blip r:embed="rId3"/>
          <a:stretch>
            <a:fillRect/>
          </a:stretch>
        </p:blipFill>
        <p:spPr>
          <a:xfrm>
            <a:off x="4418215" y="3644672"/>
            <a:ext cx="2368299" cy="407658"/>
          </a:xfrm>
          <a:prstGeom prst="rect">
            <a:avLst/>
          </a:prstGeom>
        </p:spPr>
      </p:pic>
    </p:spTree>
    <p:extLst>
      <p:ext uri="{BB962C8B-B14F-4D97-AF65-F5344CB8AC3E}">
        <p14:creationId xmlns:p14="http://schemas.microsoft.com/office/powerpoint/2010/main" val="3147585807"/>
      </p:ext>
    </p:extLst>
  </p:cSld>
  <p:clrMapOvr>
    <a:masterClrMapping/>
  </p:clrMapOvr>
  <p:extLst>
    <p:ext uri="{DCECCB84-F9BA-43D5-87BE-67443E8EF086}">
      <p15:sldGuideLst xmlns:p15="http://schemas.microsoft.com/office/powerpoint/2012/main">
        <p15:guide id="1" orient="horz" pos="1620">
          <p15:clr>
            <a:srgbClr val="FBAE40"/>
          </p15:clr>
        </p15:guide>
        <p15:guide id="2" pos="2448">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End Slide - photo with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A33061E-7711-4552-AAA9-0C165E333D65}"/>
              </a:ext>
            </a:extLst>
          </p:cNvPr>
          <p:cNvPicPr>
            <a:picLocks noChangeAspect="1"/>
          </p:cNvPicPr>
          <p:nvPr userDrawn="1"/>
        </p:nvPicPr>
        <p:blipFill>
          <a:blip r:embed="rId2"/>
          <a:srcRect/>
          <a:stretch/>
        </p:blipFill>
        <p:spPr>
          <a:xfrm>
            <a:off x="1850" y="0"/>
            <a:ext cx="9140299" cy="5143500"/>
          </a:xfrm>
          <a:prstGeom prst="rect">
            <a:avLst/>
          </a:prstGeom>
        </p:spPr>
      </p:pic>
      <p:sp>
        <p:nvSpPr>
          <p:cNvPr id="6" name="Round Single Corner Rectangle 5">
            <a:extLst>
              <a:ext uri="{FF2B5EF4-FFF2-40B4-BE49-F238E27FC236}">
                <a16:creationId xmlns:a16="http://schemas.microsoft.com/office/drawing/2014/main" id="{223C131E-FFC9-8DEE-6F27-4EC7AF908DA0}"/>
              </a:ext>
            </a:extLst>
          </p:cNvPr>
          <p:cNvSpPr/>
          <p:nvPr userDrawn="1"/>
        </p:nvSpPr>
        <p:spPr>
          <a:xfrm flipH="1">
            <a:off x="4126833" y="1293237"/>
            <a:ext cx="5017167" cy="3066111"/>
          </a:xfrm>
          <a:prstGeom prst="round1Rect">
            <a:avLst/>
          </a:prstGeom>
          <a:solidFill>
            <a:schemeClr val="accent1">
              <a:alpha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en-US" sz="3000">
              <a:solidFill>
                <a:schemeClr val="tx1"/>
              </a:solidFill>
            </a:endParaRPr>
          </a:p>
        </p:txBody>
      </p:sp>
      <p:sp>
        <p:nvSpPr>
          <p:cNvPr id="2" name="Title 1">
            <a:extLst>
              <a:ext uri="{FF2B5EF4-FFF2-40B4-BE49-F238E27FC236}">
                <a16:creationId xmlns:a16="http://schemas.microsoft.com/office/drawing/2014/main" id="{9F8C5116-F344-6538-095F-2422DB67E61E}"/>
              </a:ext>
            </a:extLst>
          </p:cNvPr>
          <p:cNvSpPr>
            <a:spLocks noGrp="1"/>
          </p:cNvSpPr>
          <p:nvPr>
            <p:ph type="title" hasCustomPrompt="1"/>
          </p:nvPr>
        </p:nvSpPr>
        <p:spPr>
          <a:xfrm>
            <a:off x="4323875" y="1487284"/>
            <a:ext cx="4444369" cy="908383"/>
          </a:xfrm>
          <a:prstGeom prst="rect">
            <a:avLst/>
          </a:prstGeom>
        </p:spPr>
        <p:txBody>
          <a:bodyPr lIns="182880" anchor="ctr">
            <a:normAutofit/>
          </a:bodyPr>
          <a:lstStyle>
            <a:lvl1pPr algn="l">
              <a:lnSpc>
                <a:spcPct val="100000"/>
              </a:lnSpc>
              <a:defRPr sz="2800" b="1"/>
            </a:lvl1pPr>
          </a:lstStyle>
          <a:p>
            <a:r>
              <a:rPr lang="en-US" dirty="0"/>
              <a:t>Q&amp;A or Thank You</a:t>
            </a:r>
          </a:p>
        </p:txBody>
      </p:sp>
      <p:sp>
        <p:nvSpPr>
          <p:cNvPr id="10" name="TextBox 9">
            <a:extLst>
              <a:ext uri="{FF2B5EF4-FFF2-40B4-BE49-F238E27FC236}">
                <a16:creationId xmlns:a16="http://schemas.microsoft.com/office/drawing/2014/main" id="{93BE0CFF-97E6-4CAB-9B8B-8E18EC82F557}"/>
              </a:ext>
            </a:extLst>
          </p:cNvPr>
          <p:cNvSpPr txBox="1"/>
          <p:nvPr userDrawn="1"/>
        </p:nvSpPr>
        <p:spPr>
          <a:xfrm>
            <a:off x="467454" y="4830962"/>
            <a:ext cx="2093495" cy="200055"/>
          </a:xfrm>
          <a:prstGeom prst="rect">
            <a:avLst/>
          </a:prstGeom>
          <a:noFill/>
        </p:spPr>
        <p:txBody>
          <a:bodyPr wrap="square" lIns="0" tIns="0" rIns="0" bIns="0" rtlCol="0">
            <a:noAutofit/>
          </a:bodyPr>
          <a:lstStyle/>
          <a:p>
            <a:r>
              <a:rPr lang="en-US" sz="600" i="1">
                <a:solidFill>
                  <a:schemeClr val="bg1">
                    <a:lumMod val="50000"/>
                  </a:schemeClr>
                </a:solidFill>
              </a:rPr>
              <a:t>Photo from Getty Images 181828180</a:t>
            </a:r>
          </a:p>
        </p:txBody>
      </p:sp>
      <p:sp>
        <p:nvSpPr>
          <p:cNvPr id="11" name="Text Placeholder 14">
            <a:extLst>
              <a:ext uri="{FF2B5EF4-FFF2-40B4-BE49-F238E27FC236}">
                <a16:creationId xmlns:a16="http://schemas.microsoft.com/office/drawing/2014/main" id="{CF52A3BF-F794-7340-9C04-F11D68FCB60E}"/>
              </a:ext>
            </a:extLst>
          </p:cNvPr>
          <p:cNvSpPr>
            <a:spLocks noGrp="1"/>
          </p:cNvSpPr>
          <p:nvPr>
            <p:ph type="body" sz="quarter" idx="12" hasCustomPrompt="1"/>
          </p:nvPr>
        </p:nvSpPr>
        <p:spPr>
          <a:xfrm>
            <a:off x="4325726" y="2423344"/>
            <a:ext cx="4496935" cy="804394"/>
          </a:xfrm>
          <a:noFill/>
        </p:spPr>
        <p:txBody>
          <a:bodyPr lIns="182880" tIns="128016" rIns="182880" bIns="100584" anchor="ctr" anchorCtr="0">
            <a:noAutofit/>
          </a:bodyPr>
          <a:lstStyle>
            <a:lvl1pPr marL="0" indent="0">
              <a:lnSpc>
                <a:spcPct val="100000"/>
              </a:lnSpc>
              <a:spcBef>
                <a:spcPts val="0"/>
              </a:spcBef>
              <a:spcAft>
                <a:spcPts val="500"/>
              </a:spcAft>
              <a:buNone/>
              <a:defRPr sz="14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err="1"/>
              <a:t>www.nlr.gov</a:t>
            </a:r>
            <a:endParaRPr lang="en-US"/>
          </a:p>
          <a:p>
            <a:pPr lvl="0"/>
            <a:r>
              <a:rPr lang="en-US"/>
              <a:t>Publication Number</a:t>
            </a:r>
          </a:p>
        </p:txBody>
      </p:sp>
      <p:cxnSp>
        <p:nvCxnSpPr>
          <p:cNvPr id="13" name="Straight Connector 12">
            <a:extLst>
              <a:ext uri="{FF2B5EF4-FFF2-40B4-BE49-F238E27FC236}">
                <a16:creationId xmlns:a16="http://schemas.microsoft.com/office/drawing/2014/main" id="{79DFF9FF-53E1-D25C-5627-9792F8CCFD87}"/>
              </a:ext>
            </a:extLst>
          </p:cNvPr>
          <p:cNvCxnSpPr>
            <a:cxnSpLocks/>
          </p:cNvCxnSpPr>
          <p:nvPr userDrawn="1"/>
        </p:nvCxnSpPr>
        <p:spPr>
          <a:xfrm>
            <a:off x="4325726" y="3359812"/>
            <a:ext cx="4496935" cy="0"/>
          </a:xfrm>
          <a:prstGeom prst="line">
            <a:avLst/>
          </a:prstGeom>
          <a:ln w="12700" cap="rnd">
            <a:solidFill>
              <a:schemeClr val="accent2"/>
            </a:solidFill>
          </a:ln>
          <a:effectLst/>
        </p:spPr>
        <p:style>
          <a:lnRef idx="2">
            <a:schemeClr val="accent1"/>
          </a:lnRef>
          <a:fillRef idx="0">
            <a:schemeClr val="accent1"/>
          </a:fillRef>
          <a:effectRef idx="1">
            <a:schemeClr val="accent1"/>
          </a:effectRef>
          <a:fontRef idx="minor">
            <a:schemeClr val="tx1"/>
          </a:fontRef>
        </p:style>
      </p:cxnSp>
      <p:pic>
        <p:nvPicPr>
          <p:cNvPr id="4" name="Picture 3">
            <a:extLst>
              <a:ext uri="{FF2B5EF4-FFF2-40B4-BE49-F238E27FC236}">
                <a16:creationId xmlns:a16="http://schemas.microsoft.com/office/drawing/2014/main" id="{3F63A909-1731-94D6-E787-139FBA2EC8E3}"/>
              </a:ext>
            </a:extLst>
          </p:cNvPr>
          <p:cNvPicPr>
            <a:picLocks noChangeAspect="1"/>
          </p:cNvPicPr>
          <p:nvPr userDrawn="1"/>
        </p:nvPicPr>
        <p:blipFill>
          <a:blip r:embed="rId3"/>
          <a:stretch>
            <a:fillRect/>
          </a:stretch>
        </p:blipFill>
        <p:spPr>
          <a:xfrm>
            <a:off x="4418215" y="3644672"/>
            <a:ext cx="2368299" cy="407658"/>
          </a:xfrm>
          <a:prstGeom prst="rect">
            <a:avLst/>
          </a:prstGeom>
        </p:spPr>
      </p:pic>
      <p:sp>
        <p:nvSpPr>
          <p:cNvPr id="3" name="Text Placeholder 7">
            <a:extLst>
              <a:ext uri="{FF2B5EF4-FFF2-40B4-BE49-F238E27FC236}">
                <a16:creationId xmlns:a16="http://schemas.microsoft.com/office/drawing/2014/main" id="{0EF0DFD7-2592-C986-4BDD-21849441F214}"/>
              </a:ext>
            </a:extLst>
          </p:cNvPr>
          <p:cNvSpPr>
            <a:spLocks noGrp="1"/>
          </p:cNvSpPr>
          <p:nvPr>
            <p:ph type="body" sz="quarter" idx="57"/>
          </p:nvPr>
        </p:nvSpPr>
        <p:spPr>
          <a:xfrm>
            <a:off x="370880" y="1293237"/>
            <a:ext cx="3382048" cy="3066111"/>
          </a:xfrm>
        </p:spPr>
        <p:txBody>
          <a:bodyPr/>
          <a:lstStyle>
            <a:lvl1pPr>
              <a:buFont typeface="Arial" panose="020B0604020202020204" pitchFamily="34" charset="0"/>
              <a:buChar cha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22234305"/>
      </p:ext>
    </p:extLst>
  </p:cSld>
  <p:clrMapOvr>
    <a:masterClrMapping/>
  </p:clrMapOvr>
  <p:extLst>
    <p:ext uri="{DCECCB84-F9BA-43D5-87BE-67443E8EF086}">
      <p15:sldGuideLst xmlns:p15="http://schemas.microsoft.com/office/powerpoint/2012/main">
        <p15:guide id="1" orient="horz" pos="1620">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348435"/>
            <a:ext cx="8229600" cy="3264356"/>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3">
            <a:extLst>
              <a:ext uri="{FF2B5EF4-FFF2-40B4-BE49-F238E27FC236}">
                <a16:creationId xmlns:a16="http://schemas.microsoft.com/office/drawing/2014/main" id="{06847BBE-33F2-96B2-D2F7-6564EA826D7B}"/>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8B89CACA-C06A-412A-AB55-4BD6CBF849BE}" type="slidenum">
              <a:rPr lang="en-US" smtClean="0"/>
              <a:t>‹#›</a:t>
            </a:fld>
            <a:endParaRPr lang="en-US"/>
          </a:p>
        </p:txBody>
      </p:sp>
    </p:spTree>
    <p:extLst>
      <p:ext uri="{BB962C8B-B14F-4D97-AF65-F5344CB8AC3E}">
        <p14:creationId xmlns:p14="http://schemas.microsoft.com/office/powerpoint/2010/main" val="226564829"/>
      </p:ext>
    </p:extLst>
  </p:cSld>
  <p:clrMap bg1="lt1" tx1="dk1" bg2="lt2" tx2="dk2" accent1="accent1" accent2="accent2" accent3="accent3" accent4="accent4" accent5="accent5" accent6="accent6" hlink="hlink" folHlink="folHlink"/>
  <p:sldLayoutIdLst>
    <p:sldLayoutId id="2147483726" r:id="rId1"/>
    <p:sldLayoutId id="2147483732" r:id="rId2"/>
    <p:sldLayoutId id="2147483734" r:id="rId3"/>
    <p:sldLayoutId id="2147483727" r:id="rId4"/>
    <p:sldLayoutId id="2147483736" r:id="rId5"/>
    <p:sldLayoutId id="2147483737" r:id="rId6"/>
    <p:sldLayoutId id="2147483745" r:id="rId7"/>
    <p:sldLayoutId id="2147483654" r:id="rId8"/>
    <p:sldLayoutId id="2147483795" r:id="rId9"/>
    <p:sldLayoutId id="2147483743" r:id="rId10"/>
    <p:sldLayoutId id="2147483707" r:id="rId11"/>
    <p:sldLayoutId id="2147483653" r:id="rId12"/>
    <p:sldLayoutId id="2147483667" r:id="rId13"/>
    <p:sldLayoutId id="2147483669" r:id="rId14"/>
    <p:sldLayoutId id="2147483666" r:id="rId15"/>
    <p:sldLayoutId id="2147483749" r:id="rId16"/>
    <p:sldLayoutId id="2147483676" r:id="rId17"/>
    <p:sldLayoutId id="2147483678" r:id="rId18"/>
    <p:sldLayoutId id="2147483680" r:id="rId19"/>
    <p:sldLayoutId id="2147483717" r:id="rId20"/>
    <p:sldLayoutId id="2147483657" r:id="rId21"/>
    <p:sldLayoutId id="2147483738" r:id="rId22"/>
    <p:sldLayoutId id="2147483740" r:id="rId23"/>
    <p:sldLayoutId id="2147483751" r:id="rId24"/>
    <p:sldLayoutId id="2147483752" r:id="rId25"/>
    <p:sldLayoutId id="2147483753" r:id="rId26"/>
    <p:sldLayoutId id="2147483754" r:id="rId27"/>
    <p:sldLayoutId id="2147483755" r:id="rId28"/>
    <p:sldLayoutId id="2147483756" r:id="rId29"/>
    <p:sldLayoutId id="2147483757" r:id="rId30"/>
    <p:sldLayoutId id="2147483758" r:id="rId31"/>
    <p:sldLayoutId id="2147483759" r:id="rId32"/>
    <p:sldLayoutId id="2147483760" r:id="rId33"/>
    <p:sldLayoutId id="2147483761" r:id="rId34"/>
    <p:sldLayoutId id="2147483762" r:id="rId35"/>
    <p:sldLayoutId id="2147483763" r:id="rId36"/>
    <p:sldLayoutId id="2147483764" r:id="rId37"/>
    <p:sldLayoutId id="2147483765" r:id="rId38"/>
    <p:sldLayoutId id="2147483766" r:id="rId39"/>
    <p:sldLayoutId id="2147483767" r:id="rId40"/>
    <p:sldLayoutId id="2147483768" r:id="rId41"/>
    <p:sldLayoutId id="2147483769" r:id="rId42"/>
    <p:sldLayoutId id="2147483770" r:id="rId43"/>
    <p:sldLayoutId id="2147483771" r:id="rId44"/>
    <p:sldLayoutId id="2147483772" r:id="rId45"/>
    <p:sldLayoutId id="2147483773" r:id="rId46"/>
    <p:sldLayoutId id="2147483774" r:id="rId47"/>
    <p:sldLayoutId id="2147483775" r:id="rId48"/>
    <p:sldLayoutId id="2147483776" r:id="rId49"/>
    <p:sldLayoutId id="2147483777" r:id="rId50"/>
    <p:sldLayoutId id="2147483778" r:id="rId51"/>
    <p:sldLayoutId id="2147483779" r:id="rId52"/>
    <p:sldLayoutId id="2147483780" r:id="rId53"/>
    <p:sldLayoutId id="2147483781" r:id="rId54"/>
    <p:sldLayoutId id="2147483782" r:id="rId55"/>
    <p:sldLayoutId id="2147483783" r:id="rId56"/>
    <p:sldLayoutId id="2147483784" r:id="rId57"/>
    <p:sldLayoutId id="2147483785" r:id="rId58"/>
    <p:sldLayoutId id="2147483786" r:id="rId59"/>
    <p:sldLayoutId id="2147483787" r:id="rId60"/>
    <p:sldLayoutId id="2147483788" r:id="rId61"/>
    <p:sldLayoutId id="2147483789" r:id="rId62"/>
    <p:sldLayoutId id="2147483790" r:id="rId63"/>
    <p:sldLayoutId id="2147483791" r:id="rId64"/>
    <p:sldLayoutId id="2147483792" r:id="rId65"/>
    <p:sldLayoutId id="2147483796" r:id="rId66"/>
    <p:sldLayoutId id="2147483793" r:id="rId67"/>
    <p:sldLayoutId id="2147483797" r:id="rId68"/>
  </p:sldLayoutIdLst>
  <p:hf hdr="0" dt="0"/>
  <p:txStyles>
    <p:titleStyle>
      <a:lvl1pPr marL="0" algn="ctr" defTabSz="457200" rtl="0" eaLnBrk="1" latinLnBrk="0" hangingPunct="1">
        <a:lnSpc>
          <a:spcPct val="85000"/>
        </a:lnSpc>
        <a:spcBef>
          <a:spcPts val="0"/>
        </a:spcBef>
        <a:buNone/>
        <a:defRPr sz="2400" kern="1200" spc="0">
          <a:solidFill>
            <a:schemeClr val="bg1"/>
          </a:solidFill>
          <a:latin typeface="Arial" panose="020B0604020202020204" pitchFamily="34" charset="0"/>
          <a:ea typeface="+mj-ea"/>
          <a:cs typeface="Arial" panose="020B0604020202020204" pitchFamily="34" charset="0"/>
        </a:defRPr>
      </a:lvl1pPr>
    </p:titleStyle>
    <p:bodyStyle>
      <a:lvl1pPr marL="219456" indent="-219456" algn="l" defTabSz="457200" rtl="0" eaLnBrk="1" latinLnBrk="0" hangingPunct="1">
        <a:spcBef>
          <a:spcPts val="0"/>
        </a:spcBef>
        <a:spcAft>
          <a:spcPts val="900"/>
        </a:spcAft>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1pPr>
      <a:lvl2pPr marL="521208" indent="-182880" algn="l" defTabSz="457200" rtl="0" eaLnBrk="1" latinLnBrk="0" hangingPunct="1">
        <a:spcBef>
          <a:spcPts val="0"/>
        </a:spcBef>
        <a:spcAft>
          <a:spcPts val="900"/>
        </a:spcAft>
        <a:buFont typeface="System Font Regular"/>
        <a:buChar char="◦"/>
        <a:tabLst/>
        <a:defRPr sz="1600" kern="1200">
          <a:solidFill>
            <a:schemeClr val="tx1"/>
          </a:solidFill>
          <a:latin typeface="Arial" panose="020B0604020202020204" pitchFamily="34" charset="0"/>
          <a:ea typeface="+mn-ea"/>
          <a:cs typeface="Arial" panose="020B0604020202020204" pitchFamily="34" charset="0"/>
        </a:defRPr>
      </a:lvl2pPr>
      <a:lvl3pPr marL="777240" indent="-182880" algn="l" defTabSz="457200" rtl="0" eaLnBrk="1" latinLnBrk="0" hangingPunct="1">
        <a:spcBef>
          <a:spcPts val="0"/>
        </a:spcBef>
        <a:spcAft>
          <a:spcPts val="900"/>
        </a:spcAft>
        <a:buFont typeface="System Font Regular"/>
        <a:buChar char="–"/>
        <a:tabLst/>
        <a:defRPr sz="1400" kern="1200">
          <a:solidFill>
            <a:schemeClr val="tx1"/>
          </a:solidFill>
          <a:latin typeface="Arial" panose="020B0604020202020204" pitchFamily="34" charset="0"/>
          <a:ea typeface="+mn-ea"/>
          <a:cs typeface="Arial" panose="020B0604020202020204" pitchFamily="34" charset="0"/>
        </a:defRPr>
      </a:lvl3pPr>
      <a:lvl4pPr marL="1033272" indent="-164592" algn="l" defTabSz="457200" rtl="0" eaLnBrk="1" latinLnBrk="0" hangingPunct="1">
        <a:spcBef>
          <a:spcPts val="0"/>
        </a:spcBef>
        <a:spcAft>
          <a:spcPts val="900"/>
        </a:spcAft>
        <a:buFont typeface="System Font Regular"/>
        <a:buChar char="»"/>
        <a:tabLst/>
        <a:defRPr sz="1200" kern="1200">
          <a:solidFill>
            <a:schemeClr val="tx1"/>
          </a:solidFill>
          <a:latin typeface="Arial" panose="020B0604020202020204" pitchFamily="34" charset="0"/>
          <a:ea typeface="+mn-ea"/>
          <a:cs typeface="Arial" panose="020B0604020202020204" pitchFamily="34" charset="0"/>
        </a:defRPr>
      </a:lvl4pPr>
      <a:lvl5pPr marL="1188720" indent="-100584" algn="l" defTabSz="457200" rtl="0" eaLnBrk="1" latinLnBrk="0" hangingPunct="1">
        <a:spcBef>
          <a:spcPts val="0"/>
        </a:spcBef>
        <a:spcAft>
          <a:spcPts val="900"/>
        </a:spcAft>
        <a:buFont typeface="System Font Regular"/>
        <a:buChar char="∙"/>
        <a:tabLst/>
        <a:defRPr sz="10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pos="350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7.xml.rels><?xml version="1.0" encoding="UTF-8" standalone="yes"?>
<Relationships xmlns="http://schemas.openxmlformats.org/package/2006/relationships"><Relationship Id="rId2" Type="http://schemas.openxmlformats.org/officeDocument/2006/relationships/hyperlink" Target="https://thesource.nlr.gov/publishing/disclaimers.html" TargetMode="External"/><Relationship Id="rId1" Type="http://schemas.openxmlformats.org/officeDocument/2006/relationships/slideLayout" Target="../slideLayouts/slideLayout65.xml"/></Relationships>
</file>

<file path=ppt/slides/_rels/slide18.xml.rels><?xml version="1.0" encoding="UTF-8" standalone="yes"?>
<Relationships xmlns="http://schemas.openxmlformats.org/package/2006/relationships"><Relationship Id="rId2" Type="http://schemas.openxmlformats.org/officeDocument/2006/relationships/hyperlink" Target="https://thesource.nlr.gov/publishing/disclaimers.html" TargetMode="External"/><Relationship Id="rId1" Type="http://schemas.openxmlformats.org/officeDocument/2006/relationships/slideLayout" Target="../slideLayouts/slideLayout6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C1D90-E525-DCDB-0A51-C7D7B351693E}"/>
              </a:ext>
            </a:extLst>
          </p:cNvPr>
          <p:cNvSpPr>
            <a:spLocks noGrp="1"/>
          </p:cNvSpPr>
          <p:nvPr>
            <p:ph type="title"/>
          </p:nvPr>
        </p:nvSpPr>
        <p:spPr>
          <a:xfrm>
            <a:off x="3956859" y="1986743"/>
            <a:ext cx="5598161" cy="955965"/>
          </a:xfrm>
        </p:spPr>
        <p:txBody>
          <a:bodyPr>
            <a:normAutofit/>
          </a:bodyPr>
          <a:lstStyle/>
          <a:p>
            <a:r>
              <a:rPr lang="en-US" sz="2000" dirty="0"/>
              <a:t>Gas Turbine Electrical Generator Model Coupled to Data Center Load</a:t>
            </a:r>
          </a:p>
        </p:txBody>
      </p:sp>
    </p:spTree>
    <p:extLst>
      <p:ext uri="{BB962C8B-B14F-4D97-AF65-F5344CB8AC3E}">
        <p14:creationId xmlns:p14="http://schemas.microsoft.com/office/powerpoint/2010/main" val="2110465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AFFBDC-B5E5-6F4D-9F62-6E039064226C}"/>
              </a:ext>
            </a:extLst>
          </p:cNvPr>
          <p:cNvSpPr>
            <a:spLocks noGrp="1"/>
          </p:cNvSpPr>
          <p:nvPr>
            <p:ph type="title"/>
          </p:nvPr>
        </p:nvSpPr>
        <p:spPr/>
        <p:txBody>
          <a:bodyPr/>
          <a:lstStyle/>
          <a:p>
            <a:r>
              <a:rPr lang="en-US" dirty="0"/>
              <a:t>LM2500 - Aeroderivative</a:t>
            </a:r>
          </a:p>
        </p:txBody>
      </p:sp>
      <p:pic>
        <p:nvPicPr>
          <p:cNvPr id="5" name="Picture 4">
            <a:extLst>
              <a:ext uri="{FF2B5EF4-FFF2-40B4-BE49-F238E27FC236}">
                <a16:creationId xmlns:a16="http://schemas.microsoft.com/office/drawing/2014/main" id="{E62A523A-7009-203E-E4FB-4F7D725894DB}"/>
              </a:ext>
            </a:extLst>
          </p:cNvPr>
          <p:cNvPicPr>
            <a:picLocks noChangeAspect="1"/>
          </p:cNvPicPr>
          <p:nvPr/>
        </p:nvPicPr>
        <p:blipFill>
          <a:blip r:embed="rId2"/>
          <a:stretch>
            <a:fillRect/>
          </a:stretch>
        </p:blipFill>
        <p:spPr>
          <a:xfrm>
            <a:off x="276185" y="1099225"/>
            <a:ext cx="4254233" cy="1984444"/>
          </a:xfrm>
          <a:prstGeom prst="rect">
            <a:avLst/>
          </a:prstGeom>
        </p:spPr>
      </p:pic>
      <p:sp>
        <p:nvSpPr>
          <p:cNvPr id="6" name="TextBox 5">
            <a:extLst>
              <a:ext uri="{FF2B5EF4-FFF2-40B4-BE49-F238E27FC236}">
                <a16:creationId xmlns:a16="http://schemas.microsoft.com/office/drawing/2014/main" id="{FD5CC460-DA9D-5DE6-BBBE-4BAC9217A553}"/>
              </a:ext>
            </a:extLst>
          </p:cNvPr>
          <p:cNvSpPr txBox="1"/>
          <p:nvPr/>
        </p:nvSpPr>
        <p:spPr>
          <a:xfrm>
            <a:off x="642026" y="3353387"/>
            <a:ext cx="4202348" cy="369332"/>
          </a:xfrm>
          <a:prstGeom prst="rect">
            <a:avLst/>
          </a:prstGeom>
          <a:noFill/>
        </p:spPr>
        <p:txBody>
          <a:bodyPr wrap="square" rtlCol="0">
            <a:spAutoFit/>
          </a:bodyPr>
          <a:lstStyle/>
          <a:p>
            <a:pPr algn="l"/>
            <a:r>
              <a:rPr lang="en-US" dirty="0"/>
              <a:t>CF6 aircraft engine combustor</a:t>
            </a:r>
          </a:p>
        </p:txBody>
      </p:sp>
      <p:pic>
        <p:nvPicPr>
          <p:cNvPr id="10" name="Picture 9">
            <a:extLst>
              <a:ext uri="{FF2B5EF4-FFF2-40B4-BE49-F238E27FC236}">
                <a16:creationId xmlns:a16="http://schemas.microsoft.com/office/drawing/2014/main" id="{E63E04F9-CA4C-01CF-36BA-1CDF3B30311E}"/>
              </a:ext>
            </a:extLst>
          </p:cNvPr>
          <p:cNvPicPr>
            <a:picLocks noChangeAspect="1"/>
          </p:cNvPicPr>
          <p:nvPr/>
        </p:nvPicPr>
        <p:blipFill>
          <a:blip r:embed="rId3"/>
          <a:stretch>
            <a:fillRect/>
          </a:stretch>
        </p:blipFill>
        <p:spPr>
          <a:xfrm>
            <a:off x="4624899" y="1030778"/>
            <a:ext cx="4072337" cy="3697085"/>
          </a:xfrm>
          <a:prstGeom prst="rect">
            <a:avLst/>
          </a:prstGeom>
        </p:spPr>
      </p:pic>
      <p:sp>
        <p:nvSpPr>
          <p:cNvPr id="11" name="TextBox 10">
            <a:extLst>
              <a:ext uri="{FF2B5EF4-FFF2-40B4-BE49-F238E27FC236}">
                <a16:creationId xmlns:a16="http://schemas.microsoft.com/office/drawing/2014/main" id="{37CB1F20-6862-0056-52E0-FF3979C01FE6}"/>
              </a:ext>
            </a:extLst>
          </p:cNvPr>
          <p:cNvSpPr txBox="1"/>
          <p:nvPr/>
        </p:nvSpPr>
        <p:spPr>
          <a:xfrm>
            <a:off x="573578" y="4015047"/>
            <a:ext cx="3775039" cy="646331"/>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r>
              <a:rPr lang="en-US" dirty="0"/>
              <a:t>Very popular with data center developers </a:t>
            </a:r>
          </a:p>
        </p:txBody>
      </p:sp>
    </p:spTree>
    <p:extLst>
      <p:ext uri="{BB962C8B-B14F-4D97-AF65-F5344CB8AC3E}">
        <p14:creationId xmlns:p14="http://schemas.microsoft.com/office/powerpoint/2010/main" val="3211103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E0762-31FC-4406-7019-3A444172BD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A2A154B-92BF-2C49-7A49-25F70E9DACA3}"/>
              </a:ext>
            </a:extLst>
          </p:cNvPr>
          <p:cNvSpPr>
            <a:spLocks noGrp="1"/>
          </p:cNvSpPr>
          <p:nvPr>
            <p:ph type="title"/>
          </p:nvPr>
        </p:nvSpPr>
        <p:spPr/>
        <p:txBody>
          <a:bodyPr/>
          <a:lstStyle/>
          <a:p>
            <a:r>
              <a:rPr lang="en-US" dirty="0"/>
              <a:t>LM2500 - Aeroderivative</a:t>
            </a:r>
          </a:p>
        </p:txBody>
      </p:sp>
      <p:pic>
        <p:nvPicPr>
          <p:cNvPr id="5" name="Picture 4">
            <a:extLst>
              <a:ext uri="{FF2B5EF4-FFF2-40B4-BE49-F238E27FC236}">
                <a16:creationId xmlns:a16="http://schemas.microsoft.com/office/drawing/2014/main" id="{D7495D9D-0D31-D63A-B39C-7C5BECFD20F6}"/>
              </a:ext>
            </a:extLst>
          </p:cNvPr>
          <p:cNvPicPr>
            <a:picLocks noChangeAspect="1"/>
          </p:cNvPicPr>
          <p:nvPr/>
        </p:nvPicPr>
        <p:blipFill>
          <a:blip r:embed="rId2"/>
          <a:stretch>
            <a:fillRect/>
          </a:stretch>
        </p:blipFill>
        <p:spPr>
          <a:xfrm>
            <a:off x="276185" y="1099225"/>
            <a:ext cx="4254233" cy="1984444"/>
          </a:xfrm>
          <a:prstGeom prst="rect">
            <a:avLst/>
          </a:prstGeom>
        </p:spPr>
      </p:pic>
      <p:sp>
        <p:nvSpPr>
          <p:cNvPr id="6" name="TextBox 5">
            <a:extLst>
              <a:ext uri="{FF2B5EF4-FFF2-40B4-BE49-F238E27FC236}">
                <a16:creationId xmlns:a16="http://schemas.microsoft.com/office/drawing/2014/main" id="{E7AB23E9-55E0-F584-65D2-B901028F7663}"/>
              </a:ext>
            </a:extLst>
          </p:cNvPr>
          <p:cNvSpPr txBox="1"/>
          <p:nvPr/>
        </p:nvSpPr>
        <p:spPr>
          <a:xfrm>
            <a:off x="642026" y="3353387"/>
            <a:ext cx="4202348" cy="369332"/>
          </a:xfrm>
          <a:prstGeom prst="rect">
            <a:avLst/>
          </a:prstGeom>
          <a:noFill/>
        </p:spPr>
        <p:txBody>
          <a:bodyPr wrap="square" rtlCol="0">
            <a:spAutoFit/>
          </a:bodyPr>
          <a:lstStyle/>
          <a:p>
            <a:pPr algn="l"/>
            <a:r>
              <a:rPr lang="en-US" dirty="0"/>
              <a:t>CF6 aircraft engine combustor</a:t>
            </a:r>
          </a:p>
        </p:txBody>
      </p:sp>
      <p:pic>
        <p:nvPicPr>
          <p:cNvPr id="7" name="Picture 6">
            <a:extLst>
              <a:ext uri="{FF2B5EF4-FFF2-40B4-BE49-F238E27FC236}">
                <a16:creationId xmlns:a16="http://schemas.microsoft.com/office/drawing/2014/main" id="{5A9ABCB4-B98E-A541-D08D-0ACF2E5EAA50}"/>
              </a:ext>
            </a:extLst>
          </p:cNvPr>
          <p:cNvPicPr>
            <a:picLocks noChangeAspect="1"/>
          </p:cNvPicPr>
          <p:nvPr/>
        </p:nvPicPr>
        <p:blipFill>
          <a:blip r:embed="rId3"/>
          <a:stretch>
            <a:fillRect/>
          </a:stretch>
        </p:blipFill>
        <p:spPr>
          <a:xfrm>
            <a:off x="4732854" y="1099225"/>
            <a:ext cx="4245505" cy="2739552"/>
          </a:xfrm>
          <a:prstGeom prst="rect">
            <a:avLst/>
          </a:prstGeom>
        </p:spPr>
      </p:pic>
      <p:sp>
        <p:nvSpPr>
          <p:cNvPr id="8" name="TextBox 7">
            <a:extLst>
              <a:ext uri="{FF2B5EF4-FFF2-40B4-BE49-F238E27FC236}">
                <a16:creationId xmlns:a16="http://schemas.microsoft.com/office/drawing/2014/main" id="{7CC92631-8E7F-18C6-11B8-6592A3468B84}"/>
              </a:ext>
            </a:extLst>
          </p:cNvPr>
          <p:cNvSpPr txBox="1"/>
          <p:nvPr/>
        </p:nvSpPr>
        <p:spPr>
          <a:xfrm>
            <a:off x="4844373" y="3838777"/>
            <a:ext cx="4202347" cy="923330"/>
          </a:xfrm>
          <a:prstGeom prst="rect">
            <a:avLst/>
          </a:prstGeom>
          <a:noFill/>
        </p:spPr>
        <p:txBody>
          <a:bodyPr wrap="square" rtlCol="0">
            <a:spAutoFit/>
          </a:bodyPr>
          <a:lstStyle/>
          <a:p>
            <a:pPr algn="l"/>
            <a:r>
              <a:rPr lang="en-US" dirty="0"/>
              <a:t>2-pole synchronous generator on 60Hz systems</a:t>
            </a:r>
          </a:p>
          <a:p>
            <a:pPr algn="l"/>
            <a:r>
              <a:rPr lang="en-US" dirty="0"/>
              <a:t>120*60/2 = 3600 rpm</a:t>
            </a:r>
          </a:p>
        </p:txBody>
      </p:sp>
      <p:sp>
        <p:nvSpPr>
          <p:cNvPr id="9" name="TextBox 8">
            <a:extLst>
              <a:ext uri="{FF2B5EF4-FFF2-40B4-BE49-F238E27FC236}">
                <a16:creationId xmlns:a16="http://schemas.microsoft.com/office/drawing/2014/main" id="{67B37C4B-281A-7E45-6F9F-700FC59738D9}"/>
              </a:ext>
            </a:extLst>
          </p:cNvPr>
          <p:cNvSpPr txBox="1"/>
          <p:nvPr/>
        </p:nvSpPr>
        <p:spPr>
          <a:xfrm>
            <a:off x="446764" y="4105072"/>
            <a:ext cx="3964383" cy="923330"/>
          </a:xfrm>
          <a:prstGeom prst="rect">
            <a:avLst/>
          </a:prstGeom>
          <a:noFill/>
        </p:spPr>
        <p:txBody>
          <a:bodyPr wrap="square" rtlCol="0">
            <a:spAutoFit/>
          </a:bodyPr>
          <a:lstStyle/>
          <a:p>
            <a:pPr algn="l"/>
            <a:r>
              <a:rPr lang="en-US" dirty="0"/>
              <a:t>Free turbine = Speed not controlled by compressor speed but by the governor</a:t>
            </a:r>
          </a:p>
        </p:txBody>
      </p:sp>
    </p:spTree>
    <p:extLst>
      <p:ext uri="{BB962C8B-B14F-4D97-AF65-F5344CB8AC3E}">
        <p14:creationId xmlns:p14="http://schemas.microsoft.com/office/powerpoint/2010/main" val="3936990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3BF5-C37A-2848-9D6E-E1588FE2A7F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A6223F6-B816-6719-C7F9-421AFF72330B}"/>
              </a:ext>
            </a:extLst>
          </p:cNvPr>
          <p:cNvSpPr>
            <a:spLocks noGrp="1"/>
          </p:cNvSpPr>
          <p:nvPr>
            <p:ph type="title"/>
          </p:nvPr>
        </p:nvSpPr>
        <p:spPr/>
        <p:txBody>
          <a:bodyPr/>
          <a:lstStyle/>
          <a:p>
            <a:r>
              <a:rPr lang="en-US" dirty="0"/>
              <a:t>Thermopower surrogate – LM2500</a:t>
            </a:r>
          </a:p>
        </p:txBody>
      </p:sp>
      <p:pic>
        <p:nvPicPr>
          <p:cNvPr id="2" name="Picture 1">
            <a:extLst>
              <a:ext uri="{FF2B5EF4-FFF2-40B4-BE49-F238E27FC236}">
                <a16:creationId xmlns:a16="http://schemas.microsoft.com/office/drawing/2014/main" id="{E028DAD3-1D8B-12FF-B64C-E2278BAE93BB}"/>
              </a:ext>
            </a:extLst>
          </p:cNvPr>
          <p:cNvPicPr>
            <a:picLocks noChangeAspect="1"/>
          </p:cNvPicPr>
          <p:nvPr/>
        </p:nvPicPr>
        <p:blipFill>
          <a:blip r:embed="rId2"/>
          <a:stretch>
            <a:fillRect/>
          </a:stretch>
        </p:blipFill>
        <p:spPr>
          <a:xfrm>
            <a:off x="428016" y="1001096"/>
            <a:ext cx="5426676" cy="3986762"/>
          </a:xfrm>
          <a:prstGeom prst="rect">
            <a:avLst/>
          </a:prstGeom>
        </p:spPr>
      </p:pic>
      <p:sp>
        <p:nvSpPr>
          <p:cNvPr id="3" name="TextBox 2">
            <a:extLst>
              <a:ext uri="{FF2B5EF4-FFF2-40B4-BE49-F238E27FC236}">
                <a16:creationId xmlns:a16="http://schemas.microsoft.com/office/drawing/2014/main" id="{39883757-D223-8B47-7301-120EE7AE7601}"/>
              </a:ext>
            </a:extLst>
          </p:cNvPr>
          <p:cNvSpPr txBox="1"/>
          <p:nvPr/>
        </p:nvSpPr>
        <p:spPr>
          <a:xfrm>
            <a:off x="6226232" y="1820487"/>
            <a:ext cx="2809702" cy="92333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l"/>
            <a:r>
              <a:rPr lang="en-US" dirty="0"/>
              <a:t>Scaled the Thermopower library gas plant to match LM2500 output</a:t>
            </a:r>
          </a:p>
        </p:txBody>
      </p:sp>
    </p:spTree>
    <p:extLst>
      <p:ext uri="{BB962C8B-B14F-4D97-AF65-F5344CB8AC3E}">
        <p14:creationId xmlns:p14="http://schemas.microsoft.com/office/powerpoint/2010/main" val="4283147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53629-0CBA-DDF2-7D87-DDAADDBEB84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7B0063-2014-3092-1C30-2C982FA19280}"/>
              </a:ext>
            </a:extLst>
          </p:cNvPr>
          <p:cNvSpPr>
            <a:spLocks noGrp="1"/>
          </p:cNvSpPr>
          <p:nvPr>
            <p:ph type="title"/>
          </p:nvPr>
        </p:nvSpPr>
        <p:spPr/>
        <p:txBody>
          <a:bodyPr/>
          <a:lstStyle/>
          <a:p>
            <a:r>
              <a:rPr lang="en-US" dirty="0"/>
              <a:t>LM2500 – Generator details</a:t>
            </a:r>
          </a:p>
        </p:txBody>
      </p:sp>
      <p:pic>
        <p:nvPicPr>
          <p:cNvPr id="5" name="Picture 4">
            <a:extLst>
              <a:ext uri="{FF2B5EF4-FFF2-40B4-BE49-F238E27FC236}">
                <a16:creationId xmlns:a16="http://schemas.microsoft.com/office/drawing/2014/main" id="{8F592B92-6547-4180-E563-AA7771266E5E}"/>
              </a:ext>
            </a:extLst>
          </p:cNvPr>
          <p:cNvPicPr>
            <a:picLocks noChangeAspect="1"/>
          </p:cNvPicPr>
          <p:nvPr/>
        </p:nvPicPr>
        <p:blipFill>
          <a:blip r:embed="rId2"/>
          <a:stretch>
            <a:fillRect/>
          </a:stretch>
        </p:blipFill>
        <p:spPr>
          <a:xfrm>
            <a:off x="268126" y="905256"/>
            <a:ext cx="5617284" cy="4096583"/>
          </a:xfrm>
          <a:prstGeom prst="rect">
            <a:avLst/>
          </a:prstGeom>
        </p:spPr>
      </p:pic>
      <p:sp>
        <p:nvSpPr>
          <p:cNvPr id="6" name="TextBox 5">
            <a:extLst>
              <a:ext uri="{FF2B5EF4-FFF2-40B4-BE49-F238E27FC236}">
                <a16:creationId xmlns:a16="http://schemas.microsoft.com/office/drawing/2014/main" id="{50A5D0BA-9A6E-7146-27E6-80157BF91C95}"/>
              </a:ext>
            </a:extLst>
          </p:cNvPr>
          <p:cNvSpPr txBox="1"/>
          <p:nvPr/>
        </p:nvSpPr>
        <p:spPr>
          <a:xfrm>
            <a:off x="5885410" y="1012734"/>
            <a:ext cx="3167150" cy="1077218"/>
          </a:xfrm>
          <a:prstGeom prst="rect">
            <a:avLst/>
          </a:prstGeom>
          <a:noFill/>
        </p:spPr>
        <p:txBody>
          <a:bodyPr wrap="square" rtlCol="0">
            <a:spAutoFit/>
          </a:bodyPr>
          <a:lstStyle/>
          <a:p>
            <a:r>
              <a:rPr lang="en-US" sz="1600" dirty="0"/>
              <a:t>Typically, LM2500 uses a Woodward-type electronic governor</a:t>
            </a:r>
          </a:p>
          <a:p>
            <a:pPr algn="l"/>
            <a:r>
              <a:rPr lang="en-US" sz="1600" dirty="0"/>
              <a:t> </a:t>
            </a:r>
          </a:p>
        </p:txBody>
      </p:sp>
      <p:sp>
        <p:nvSpPr>
          <p:cNvPr id="7" name="TextBox 6">
            <a:extLst>
              <a:ext uri="{FF2B5EF4-FFF2-40B4-BE49-F238E27FC236}">
                <a16:creationId xmlns:a16="http://schemas.microsoft.com/office/drawing/2014/main" id="{08B54E5A-CBFC-36F4-0DF2-8EFA8F176816}"/>
              </a:ext>
            </a:extLst>
          </p:cNvPr>
          <p:cNvSpPr txBox="1"/>
          <p:nvPr/>
        </p:nvSpPr>
        <p:spPr>
          <a:xfrm>
            <a:off x="6068290" y="2320542"/>
            <a:ext cx="2984270" cy="1077218"/>
          </a:xfrm>
          <a:prstGeom prst="rect">
            <a:avLst/>
          </a:prstGeom>
          <a:noFill/>
        </p:spPr>
        <p:txBody>
          <a:bodyPr wrap="square" rtlCol="0">
            <a:spAutoFit/>
          </a:bodyPr>
          <a:lstStyle/>
          <a:p>
            <a:pPr algn="l"/>
            <a:r>
              <a:rPr lang="en-US" sz="1600" dirty="0"/>
              <a:t>LM2500 power turbine rotor is ~1200 kg with 0.35 m radius, moment of inertia of 150 kg m^2</a:t>
            </a:r>
          </a:p>
        </p:txBody>
      </p:sp>
    </p:spTree>
    <p:extLst>
      <p:ext uri="{BB962C8B-B14F-4D97-AF65-F5344CB8AC3E}">
        <p14:creationId xmlns:p14="http://schemas.microsoft.com/office/powerpoint/2010/main" val="2098968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AC4475-32D5-3868-FA03-8AB06BBF6B06}"/>
              </a:ext>
            </a:extLst>
          </p:cNvPr>
          <p:cNvSpPr>
            <a:spLocks noGrp="1"/>
          </p:cNvSpPr>
          <p:nvPr>
            <p:ph type="body" sz="quarter" idx="26"/>
          </p:nvPr>
        </p:nvSpPr>
        <p:spPr/>
        <p:txBody>
          <a:bodyPr/>
          <a:lstStyle/>
          <a:p>
            <a:endParaRPr lang="en-US"/>
          </a:p>
        </p:txBody>
      </p:sp>
      <p:sp>
        <p:nvSpPr>
          <p:cNvPr id="3" name="Picture Placeholder 2">
            <a:extLst>
              <a:ext uri="{FF2B5EF4-FFF2-40B4-BE49-F238E27FC236}">
                <a16:creationId xmlns:a16="http://schemas.microsoft.com/office/drawing/2014/main" id="{20D34264-F5B2-E490-4D6A-C4D8D19B3B35}"/>
              </a:ext>
            </a:extLst>
          </p:cNvPr>
          <p:cNvSpPr>
            <a:spLocks noGrp="1"/>
          </p:cNvSpPr>
          <p:nvPr>
            <p:ph type="pic" sz="quarter" idx="11"/>
          </p:nvPr>
        </p:nvSpPr>
        <p:spPr/>
        <p:txBody>
          <a:bodyPr/>
          <a:lstStyle/>
          <a:p>
            <a:endParaRPr lang="en-US"/>
          </a:p>
        </p:txBody>
      </p:sp>
      <p:sp>
        <p:nvSpPr>
          <p:cNvPr id="4" name="Text Placeholder 3">
            <a:extLst>
              <a:ext uri="{FF2B5EF4-FFF2-40B4-BE49-F238E27FC236}">
                <a16:creationId xmlns:a16="http://schemas.microsoft.com/office/drawing/2014/main" id="{05D9DCD3-005C-C952-45BA-C60A145D2C91}"/>
              </a:ext>
            </a:extLst>
          </p:cNvPr>
          <p:cNvSpPr>
            <a:spLocks noGrp="1"/>
          </p:cNvSpPr>
          <p:nvPr>
            <p:ph type="body" sz="quarter" idx="29"/>
          </p:nvPr>
        </p:nvSpPr>
        <p:spPr/>
        <p:txBody>
          <a:bodyPr/>
          <a:lstStyle/>
          <a:p>
            <a:endParaRPr lang="en-US"/>
          </a:p>
        </p:txBody>
      </p:sp>
      <p:sp>
        <p:nvSpPr>
          <p:cNvPr id="5" name="Title 4">
            <a:extLst>
              <a:ext uri="{FF2B5EF4-FFF2-40B4-BE49-F238E27FC236}">
                <a16:creationId xmlns:a16="http://schemas.microsoft.com/office/drawing/2014/main" id="{74C8A583-708E-3DC2-1D9F-5434B366DEF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775106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30F9F-2AC6-2B3D-F8DE-A5C9DE67510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6B8CD8A7-B8A5-C72C-DD8A-0F6810FF3D45}"/>
              </a:ext>
            </a:extLst>
          </p:cNvPr>
          <p:cNvSpPr>
            <a:spLocks noGrp="1"/>
          </p:cNvSpPr>
          <p:nvPr>
            <p:ph type="body" sz="quarter" idx="11"/>
          </p:nvPr>
        </p:nvSpPr>
        <p:spPr/>
        <p:txBody>
          <a:bodyPr/>
          <a:lstStyle/>
          <a:p>
            <a:endParaRPr lang="en-US"/>
          </a:p>
        </p:txBody>
      </p:sp>
      <p:sp>
        <p:nvSpPr>
          <p:cNvPr id="4" name="Title 3">
            <a:extLst>
              <a:ext uri="{FF2B5EF4-FFF2-40B4-BE49-F238E27FC236}">
                <a16:creationId xmlns:a16="http://schemas.microsoft.com/office/drawing/2014/main" id="{501E0514-2395-B99E-4D14-E7A3DBD7C1B7}"/>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515750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4405F-E948-35DF-D65A-49B6918E71B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E0447470-CB7B-F8E2-1CE5-DB73F129BF5F}"/>
              </a:ext>
            </a:extLst>
          </p:cNvPr>
          <p:cNvSpPr>
            <a:spLocks noGrp="1"/>
          </p:cNvSpPr>
          <p:nvPr>
            <p:ph type="body" sz="quarter" idx="11"/>
          </p:nvPr>
        </p:nvSpPr>
        <p:spPr/>
        <p:txBody>
          <a:bodyPr/>
          <a:lstStyle/>
          <a:p>
            <a:endParaRPr lang="en-US"/>
          </a:p>
        </p:txBody>
      </p:sp>
      <p:sp>
        <p:nvSpPr>
          <p:cNvPr id="4" name="Title 3">
            <a:extLst>
              <a:ext uri="{FF2B5EF4-FFF2-40B4-BE49-F238E27FC236}">
                <a16:creationId xmlns:a16="http://schemas.microsoft.com/office/drawing/2014/main" id="{1763F5AD-9F83-D0C3-1783-42485067F3A4}"/>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44191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C5959-36B2-1638-6107-08E4130A0DCE}"/>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7755896-71DF-0BD8-0347-BC78408A808A}"/>
              </a:ext>
            </a:extLst>
          </p:cNvPr>
          <p:cNvSpPr>
            <a:spLocks noGrp="1"/>
          </p:cNvSpPr>
          <p:nvPr>
            <p:ph type="body" sz="quarter" idx="11"/>
          </p:nvPr>
        </p:nvSpPr>
        <p:spPr/>
        <p:txBody>
          <a:bodyPr/>
          <a:lstStyle/>
          <a:p>
            <a:endParaRPr lang="en-US"/>
          </a:p>
        </p:txBody>
      </p:sp>
      <p:sp>
        <p:nvSpPr>
          <p:cNvPr id="4" name="Title 3">
            <a:extLst>
              <a:ext uri="{FF2B5EF4-FFF2-40B4-BE49-F238E27FC236}">
                <a16:creationId xmlns:a16="http://schemas.microsoft.com/office/drawing/2014/main" id="{13991ED2-A65C-4A24-0FD6-557BD64B45D2}"/>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589120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18CF5D1A-84AB-3980-2F42-EF2F5279D594}"/>
              </a:ext>
            </a:extLst>
          </p:cNvPr>
          <p:cNvSpPr>
            <a:spLocks noGrp="1"/>
          </p:cNvSpPr>
          <p:nvPr>
            <p:ph type="pic" sz="quarter" idx="10"/>
          </p:nvPr>
        </p:nvSpPr>
        <p:spPr/>
        <p:txBody>
          <a:bodyPr/>
          <a:lstStyle/>
          <a:p>
            <a:endParaRPr lang="en-US"/>
          </a:p>
        </p:txBody>
      </p:sp>
      <p:sp>
        <p:nvSpPr>
          <p:cNvPr id="5" name="Title 4">
            <a:extLst>
              <a:ext uri="{FF2B5EF4-FFF2-40B4-BE49-F238E27FC236}">
                <a16:creationId xmlns:a16="http://schemas.microsoft.com/office/drawing/2014/main" id="{6A9C71E3-2664-6465-402A-4026EC780C61}"/>
              </a:ext>
            </a:extLst>
          </p:cNvPr>
          <p:cNvSpPr>
            <a:spLocks noGrp="1"/>
          </p:cNvSpPr>
          <p:nvPr>
            <p:ph type="title"/>
          </p:nvPr>
        </p:nvSpPr>
        <p:spPr/>
        <p:txBody>
          <a:bodyPr/>
          <a:lstStyle/>
          <a:p>
            <a:endParaRPr lang="en-US"/>
          </a:p>
        </p:txBody>
      </p:sp>
      <p:sp>
        <p:nvSpPr>
          <p:cNvPr id="7" name="Text Placeholder 6">
            <a:extLst>
              <a:ext uri="{FF2B5EF4-FFF2-40B4-BE49-F238E27FC236}">
                <a16:creationId xmlns:a16="http://schemas.microsoft.com/office/drawing/2014/main" id="{015B225F-01EB-7D85-8865-7C4F2E8AD5A3}"/>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41358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BC8F734-E55C-1EA6-5B73-DAA4022524B6}"/>
              </a:ext>
            </a:extLst>
          </p:cNvPr>
          <p:cNvSpPr>
            <a:spLocks noGrp="1"/>
          </p:cNvSpPr>
          <p:nvPr>
            <p:ph type="pic" sz="quarter" idx="49"/>
          </p:nvPr>
        </p:nvSpPr>
        <p:spPr/>
        <p:txBody>
          <a:bodyPr/>
          <a:lstStyle/>
          <a:p>
            <a:endParaRPr lang="en-US"/>
          </a:p>
        </p:txBody>
      </p:sp>
      <p:sp>
        <p:nvSpPr>
          <p:cNvPr id="3" name="Title 2">
            <a:extLst>
              <a:ext uri="{FF2B5EF4-FFF2-40B4-BE49-F238E27FC236}">
                <a16:creationId xmlns:a16="http://schemas.microsoft.com/office/drawing/2014/main" id="{5041CFEC-4C1B-1746-59C1-0A23C5244F87}"/>
              </a:ext>
            </a:extLst>
          </p:cNvPr>
          <p:cNvSpPr>
            <a:spLocks noGrp="1"/>
          </p:cNvSpPr>
          <p:nvPr>
            <p:ph type="title"/>
          </p:nvPr>
        </p:nvSpPr>
        <p:spPr/>
        <p:txBody>
          <a:bodyPr/>
          <a:lstStyle/>
          <a:p>
            <a:endParaRPr lang="en-US" dirty="0"/>
          </a:p>
        </p:txBody>
      </p:sp>
      <p:sp>
        <p:nvSpPr>
          <p:cNvPr id="4" name="Text Placeholder 3">
            <a:extLst>
              <a:ext uri="{FF2B5EF4-FFF2-40B4-BE49-F238E27FC236}">
                <a16:creationId xmlns:a16="http://schemas.microsoft.com/office/drawing/2014/main" id="{23B28C43-C7C7-228B-4426-B2E5BAADDA75}"/>
              </a:ext>
            </a:extLst>
          </p:cNvPr>
          <p:cNvSpPr>
            <a:spLocks noGrp="1"/>
          </p:cNvSpPr>
          <p:nvPr>
            <p:ph type="body" sz="quarter" idx="50"/>
          </p:nvPr>
        </p:nvSpPr>
        <p:spPr/>
        <p:txBody>
          <a:bodyPr/>
          <a:lstStyle/>
          <a:p>
            <a:endParaRPr lang="en-US"/>
          </a:p>
        </p:txBody>
      </p:sp>
      <p:sp>
        <p:nvSpPr>
          <p:cNvPr id="5" name="Text Placeholder 4">
            <a:extLst>
              <a:ext uri="{FF2B5EF4-FFF2-40B4-BE49-F238E27FC236}">
                <a16:creationId xmlns:a16="http://schemas.microsoft.com/office/drawing/2014/main" id="{DC8033C7-5E44-2E8A-2475-627CE4BA73DD}"/>
              </a:ext>
            </a:extLst>
          </p:cNvPr>
          <p:cNvSpPr>
            <a:spLocks noGrp="1"/>
          </p:cNvSpPr>
          <p:nvPr>
            <p:ph type="body" sz="quarter" idx="51"/>
          </p:nvPr>
        </p:nvSpPr>
        <p:spPr/>
        <p:txBody>
          <a:bodyPr/>
          <a:lstStyle/>
          <a:p>
            <a:endParaRPr lang="en-US"/>
          </a:p>
        </p:txBody>
      </p:sp>
      <p:sp>
        <p:nvSpPr>
          <p:cNvPr id="6" name="Text Placeholder 5">
            <a:extLst>
              <a:ext uri="{FF2B5EF4-FFF2-40B4-BE49-F238E27FC236}">
                <a16:creationId xmlns:a16="http://schemas.microsoft.com/office/drawing/2014/main" id="{E4EE23BE-D1C0-29CA-FA77-A41337418B2A}"/>
              </a:ext>
            </a:extLst>
          </p:cNvPr>
          <p:cNvSpPr>
            <a:spLocks noGrp="1"/>
          </p:cNvSpPr>
          <p:nvPr>
            <p:ph type="body" sz="quarter" idx="52"/>
          </p:nvPr>
        </p:nvSpPr>
        <p:spPr/>
        <p:txBody>
          <a:bodyPr/>
          <a:lstStyle/>
          <a:p>
            <a:endParaRPr lang="en-US"/>
          </a:p>
        </p:txBody>
      </p:sp>
    </p:spTree>
    <p:extLst>
      <p:ext uri="{BB962C8B-B14F-4D97-AF65-F5344CB8AC3E}">
        <p14:creationId xmlns:p14="http://schemas.microsoft.com/office/powerpoint/2010/main" val="1395769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69AE006E-D017-D76C-C908-3A8ADE39EB26}"/>
              </a:ext>
            </a:extLst>
          </p:cNvPr>
          <p:cNvSpPr>
            <a:spLocks noGrp="1"/>
          </p:cNvSpPr>
          <p:nvPr>
            <p:ph type="pic" sz="quarter" idx="49"/>
          </p:nvPr>
        </p:nvSpPr>
        <p:spPr/>
        <p:txBody>
          <a:bodyPr/>
          <a:lstStyle/>
          <a:p>
            <a:endParaRPr lang="en-US"/>
          </a:p>
        </p:txBody>
      </p:sp>
      <p:sp>
        <p:nvSpPr>
          <p:cNvPr id="3" name="Text Placeholder 2">
            <a:extLst>
              <a:ext uri="{FF2B5EF4-FFF2-40B4-BE49-F238E27FC236}">
                <a16:creationId xmlns:a16="http://schemas.microsoft.com/office/drawing/2014/main" id="{FF051F2B-115A-9F8D-AB1A-69657E8FFFBA}"/>
              </a:ext>
            </a:extLst>
          </p:cNvPr>
          <p:cNvSpPr>
            <a:spLocks noGrp="1"/>
          </p:cNvSpPr>
          <p:nvPr>
            <p:ph type="body" sz="quarter" idx="40"/>
          </p:nvPr>
        </p:nvSpPr>
        <p:spPr/>
        <p:txBody>
          <a:bodyPr/>
          <a:lstStyle/>
          <a:p>
            <a:endParaRPr lang="en-US"/>
          </a:p>
        </p:txBody>
      </p:sp>
      <p:sp>
        <p:nvSpPr>
          <p:cNvPr id="4" name="Picture Placeholder 3">
            <a:extLst>
              <a:ext uri="{FF2B5EF4-FFF2-40B4-BE49-F238E27FC236}">
                <a16:creationId xmlns:a16="http://schemas.microsoft.com/office/drawing/2014/main" id="{26477812-F269-2817-DE49-A22382DD7EB8}"/>
              </a:ext>
            </a:extLst>
          </p:cNvPr>
          <p:cNvSpPr>
            <a:spLocks noGrp="1"/>
          </p:cNvSpPr>
          <p:nvPr>
            <p:ph type="pic" sz="quarter" idx="50"/>
          </p:nvPr>
        </p:nvSpPr>
        <p:spPr/>
        <p:txBody>
          <a:bodyPr/>
          <a:lstStyle/>
          <a:p>
            <a:endParaRPr lang="en-US"/>
          </a:p>
        </p:txBody>
      </p:sp>
      <p:sp>
        <p:nvSpPr>
          <p:cNvPr id="5" name="Picture Placeholder 4">
            <a:extLst>
              <a:ext uri="{FF2B5EF4-FFF2-40B4-BE49-F238E27FC236}">
                <a16:creationId xmlns:a16="http://schemas.microsoft.com/office/drawing/2014/main" id="{551ADF71-ECBF-220D-0EC1-53BD447182C7}"/>
              </a:ext>
            </a:extLst>
          </p:cNvPr>
          <p:cNvSpPr>
            <a:spLocks noGrp="1"/>
          </p:cNvSpPr>
          <p:nvPr>
            <p:ph type="pic" sz="quarter" idx="51"/>
          </p:nvPr>
        </p:nvSpPr>
        <p:spPr/>
        <p:txBody>
          <a:bodyPr/>
          <a:lstStyle/>
          <a:p>
            <a:endParaRPr lang="en-US"/>
          </a:p>
        </p:txBody>
      </p:sp>
      <p:sp>
        <p:nvSpPr>
          <p:cNvPr id="6" name="Picture Placeholder 5">
            <a:extLst>
              <a:ext uri="{FF2B5EF4-FFF2-40B4-BE49-F238E27FC236}">
                <a16:creationId xmlns:a16="http://schemas.microsoft.com/office/drawing/2014/main" id="{B8CBB73C-84AC-6ABC-88F2-A4B5F54B8ECF}"/>
              </a:ext>
            </a:extLst>
          </p:cNvPr>
          <p:cNvSpPr>
            <a:spLocks noGrp="1"/>
          </p:cNvSpPr>
          <p:nvPr>
            <p:ph type="pic" sz="quarter" idx="52"/>
          </p:nvPr>
        </p:nvSpPr>
        <p:spPr/>
        <p:txBody>
          <a:bodyPr/>
          <a:lstStyle/>
          <a:p>
            <a:endParaRPr lang="en-US"/>
          </a:p>
        </p:txBody>
      </p:sp>
      <p:sp>
        <p:nvSpPr>
          <p:cNvPr id="7" name="Picture Placeholder 6">
            <a:extLst>
              <a:ext uri="{FF2B5EF4-FFF2-40B4-BE49-F238E27FC236}">
                <a16:creationId xmlns:a16="http://schemas.microsoft.com/office/drawing/2014/main" id="{01247FDA-D422-9C68-FAF5-18531C6D61F1}"/>
              </a:ext>
            </a:extLst>
          </p:cNvPr>
          <p:cNvSpPr>
            <a:spLocks noGrp="1"/>
          </p:cNvSpPr>
          <p:nvPr>
            <p:ph type="pic" sz="quarter" idx="53"/>
          </p:nvPr>
        </p:nvSpPr>
        <p:spPr/>
        <p:txBody>
          <a:bodyPr/>
          <a:lstStyle/>
          <a:p>
            <a:endParaRPr lang="en-US"/>
          </a:p>
        </p:txBody>
      </p:sp>
      <p:sp>
        <p:nvSpPr>
          <p:cNvPr id="8" name="Picture Placeholder 7">
            <a:extLst>
              <a:ext uri="{FF2B5EF4-FFF2-40B4-BE49-F238E27FC236}">
                <a16:creationId xmlns:a16="http://schemas.microsoft.com/office/drawing/2014/main" id="{C7AF490B-D15C-A726-BF92-9B3CF28EE29F}"/>
              </a:ext>
            </a:extLst>
          </p:cNvPr>
          <p:cNvSpPr>
            <a:spLocks noGrp="1"/>
          </p:cNvSpPr>
          <p:nvPr>
            <p:ph type="pic" sz="quarter" idx="54"/>
          </p:nvPr>
        </p:nvSpPr>
        <p:spPr/>
        <p:txBody>
          <a:bodyPr/>
          <a:lstStyle/>
          <a:p>
            <a:endParaRPr lang="en-US"/>
          </a:p>
        </p:txBody>
      </p:sp>
      <p:sp>
        <p:nvSpPr>
          <p:cNvPr id="9" name="Text Placeholder 8">
            <a:extLst>
              <a:ext uri="{FF2B5EF4-FFF2-40B4-BE49-F238E27FC236}">
                <a16:creationId xmlns:a16="http://schemas.microsoft.com/office/drawing/2014/main" id="{E367ABBB-C64D-FA77-CFE4-07CBC7F6F62D}"/>
              </a:ext>
            </a:extLst>
          </p:cNvPr>
          <p:cNvSpPr>
            <a:spLocks noGrp="1"/>
          </p:cNvSpPr>
          <p:nvPr>
            <p:ph type="body" sz="quarter" idx="13"/>
          </p:nvPr>
        </p:nvSpPr>
        <p:spPr/>
        <p:txBody>
          <a:bodyPr/>
          <a:lstStyle/>
          <a:p>
            <a:endParaRPr lang="en-US"/>
          </a:p>
        </p:txBody>
      </p:sp>
      <p:sp>
        <p:nvSpPr>
          <p:cNvPr id="10" name="Text Placeholder 9">
            <a:extLst>
              <a:ext uri="{FF2B5EF4-FFF2-40B4-BE49-F238E27FC236}">
                <a16:creationId xmlns:a16="http://schemas.microsoft.com/office/drawing/2014/main" id="{C4CE3911-12DB-3838-4ECA-E781D49593D9}"/>
              </a:ext>
            </a:extLst>
          </p:cNvPr>
          <p:cNvSpPr>
            <a:spLocks noGrp="1"/>
          </p:cNvSpPr>
          <p:nvPr>
            <p:ph type="body" sz="quarter" idx="47"/>
          </p:nvPr>
        </p:nvSpPr>
        <p:spPr/>
        <p:txBody>
          <a:bodyPr/>
          <a:lstStyle/>
          <a:p>
            <a:endParaRPr lang="en-US"/>
          </a:p>
        </p:txBody>
      </p:sp>
      <p:sp>
        <p:nvSpPr>
          <p:cNvPr id="11" name="Text Placeholder 10">
            <a:extLst>
              <a:ext uri="{FF2B5EF4-FFF2-40B4-BE49-F238E27FC236}">
                <a16:creationId xmlns:a16="http://schemas.microsoft.com/office/drawing/2014/main" id="{75CB241A-8B4B-EF1A-41F7-3580F6AAA9E2}"/>
              </a:ext>
            </a:extLst>
          </p:cNvPr>
          <p:cNvSpPr>
            <a:spLocks noGrp="1"/>
          </p:cNvSpPr>
          <p:nvPr>
            <p:ph type="body" sz="quarter" idx="48"/>
          </p:nvPr>
        </p:nvSpPr>
        <p:spPr/>
        <p:txBody>
          <a:bodyPr/>
          <a:lstStyle/>
          <a:p>
            <a:endParaRPr lang="en-US"/>
          </a:p>
        </p:txBody>
      </p:sp>
      <p:sp>
        <p:nvSpPr>
          <p:cNvPr id="12" name="Text Placeholder 11">
            <a:extLst>
              <a:ext uri="{FF2B5EF4-FFF2-40B4-BE49-F238E27FC236}">
                <a16:creationId xmlns:a16="http://schemas.microsoft.com/office/drawing/2014/main" id="{5559F857-9E6C-FE11-A822-9A3EBF516216}"/>
              </a:ext>
            </a:extLst>
          </p:cNvPr>
          <p:cNvSpPr>
            <a:spLocks noGrp="1"/>
          </p:cNvSpPr>
          <p:nvPr>
            <p:ph type="body" sz="quarter" idx="45"/>
          </p:nvPr>
        </p:nvSpPr>
        <p:spPr/>
        <p:txBody>
          <a:bodyPr/>
          <a:lstStyle/>
          <a:p>
            <a:endParaRPr lang="en-US"/>
          </a:p>
        </p:txBody>
      </p:sp>
      <p:sp>
        <p:nvSpPr>
          <p:cNvPr id="13" name="Text Placeholder 12">
            <a:extLst>
              <a:ext uri="{FF2B5EF4-FFF2-40B4-BE49-F238E27FC236}">
                <a16:creationId xmlns:a16="http://schemas.microsoft.com/office/drawing/2014/main" id="{F25EBBFA-731D-A1AF-BEA3-831E700E0AA7}"/>
              </a:ext>
            </a:extLst>
          </p:cNvPr>
          <p:cNvSpPr>
            <a:spLocks noGrp="1"/>
          </p:cNvSpPr>
          <p:nvPr>
            <p:ph type="body" sz="quarter" idx="46"/>
          </p:nvPr>
        </p:nvSpPr>
        <p:spPr/>
        <p:txBody>
          <a:bodyPr/>
          <a:lstStyle/>
          <a:p>
            <a:endParaRPr lang="en-US"/>
          </a:p>
        </p:txBody>
      </p:sp>
      <p:sp>
        <p:nvSpPr>
          <p:cNvPr id="14" name="Text Placeholder 13">
            <a:extLst>
              <a:ext uri="{FF2B5EF4-FFF2-40B4-BE49-F238E27FC236}">
                <a16:creationId xmlns:a16="http://schemas.microsoft.com/office/drawing/2014/main" id="{7DC20D7F-5D9C-3BDF-0342-6F53915772B0}"/>
              </a:ext>
            </a:extLst>
          </p:cNvPr>
          <p:cNvSpPr>
            <a:spLocks noGrp="1"/>
          </p:cNvSpPr>
          <p:nvPr>
            <p:ph type="body" sz="quarter" idx="43"/>
          </p:nvPr>
        </p:nvSpPr>
        <p:spPr/>
        <p:txBody>
          <a:bodyPr/>
          <a:lstStyle/>
          <a:p>
            <a:endParaRPr lang="en-US"/>
          </a:p>
        </p:txBody>
      </p:sp>
      <p:sp>
        <p:nvSpPr>
          <p:cNvPr id="15" name="Text Placeholder 14">
            <a:extLst>
              <a:ext uri="{FF2B5EF4-FFF2-40B4-BE49-F238E27FC236}">
                <a16:creationId xmlns:a16="http://schemas.microsoft.com/office/drawing/2014/main" id="{637F7159-1F78-4DDE-6D07-6D312D21351C}"/>
              </a:ext>
            </a:extLst>
          </p:cNvPr>
          <p:cNvSpPr>
            <a:spLocks noGrp="1"/>
          </p:cNvSpPr>
          <p:nvPr>
            <p:ph type="body" sz="quarter" idx="44"/>
          </p:nvPr>
        </p:nvSpPr>
        <p:spPr/>
        <p:txBody>
          <a:bodyPr/>
          <a:lstStyle/>
          <a:p>
            <a:endParaRPr lang="en-US"/>
          </a:p>
        </p:txBody>
      </p:sp>
      <p:sp>
        <p:nvSpPr>
          <p:cNvPr id="16" name="Text Placeholder 15">
            <a:extLst>
              <a:ext uri="{FF2B5EF4-FFF2-40B4-BE49-F238E27FC236}">
                <a16:creationId xmlns:a16="http://schemas.microsoft.com/office/drawing/2014/main" id="{AC989D56-F09A-C6D4-28E9-90E3D32A98B4}"/>
              </a:ext>
            </a:extLst>
          </p:cNvPr>
          <p:cNvSpPr>
            <a:spLocks noGrp="1"/>
          </p:cNvSpPr>
          <p:nvPr>
            <p:ph type="body" sz="quarter" idx="41"/>
          </p:nvPr>
        </p:nvSpPr>
        <p:spPr/>
        <p:txBody>
          <a:bodyPr/>
          <a:lstStyle/>
          <a:p>
            <a:endParaRPr lang="en-US"/>
          </a:p>
        </p:txBody>
      </p:sp>
      <p:sp>
        <p:nvSpPr>
          <p:cNvPr id="17" name="Text Placeholder 16">
            <a:extLst>
              <a:ext uri="{FF2B5EF4-FFF2-40B4-BE49-F238E27FC236}">
                <a16:creationId xmlns:a16="http://schemas.microsoft.com/office/drawing/2014/main" id="{6DFA6E11-B91F-30B7-2F29-EC3282A9B69C}"/>
              </a:ext>
            </a:extLst>
          </p:cNvPr>
          <p:cNvSpPr>
            <a:spLocks noGrp="1"/>
          </p:cNvSpPr>
          <p:nvPr>
            <p:ph type="body" sz="quarter" idx="42"/>
          </p:nvPr>
        </p:nvSpPr>
        <p:spPr/>
        <p:txBody>
          <a:bodyPr/>
          <a:lstStyle/>
          <a:p>
            <a:endParaRPr lang="en-US"/>
          </a:p>
        </p:txBody>
      </p:sp>
      <p:sp>
        <p:nvSpPr>
          <p:cNvPr id="18" name="Text Placeholder 17">
            <a:extLst>
              <a:ext uri="{FF2B5EF4-FFF2-40B4-BE49-F238E27FC236}">
                <a16:creationId xmlns:a16="http://schemas.microsoft.com/office/drawing/2014/main" id="{B230C3CD-BAA6-B686-876C-6789620EDE53}"/>
              </a:ext>
            </a:extLst>
          </p:cNvPr>
          <p:cNvSpPr>
            <a:spLocks noGrp="1"/>
          </p:cNvSpPr>
          <p:nvPr>
            <p:ph type="body" sz="quarter" idx="10"/>
          </p:nvPr>
        </p:nvSpPr>
        <p:spPr/>
        <p:txBody>
          <a:bodyPr/>
          <a:lstStyle/>
          <a:p>
            <a:endParaRPr lang="en-US"/>
          </a:p>
        </p:txBody>
      </p:sp>
      <p:sp>
        <p:nvSpPr>
          <p:cNvPr id="19" name="Text Placeholder 18">
            <a:extLst>
              <a:ext uri="{FF2B5EF4-FFF2-40B4-BE49-F238E27FC236}">
                <a16:creationId xmlns:a16="http://schemas.microsoft.com/office/drawing/2014/main" id="{9B855FE0-024C-F393-F67C-257DC41D71B2}"/>
              </a:ext>
            </a:extLst>
          </p:cNvPr>
          <p:cNvSpPr>
            <a:spLocks noGrp="1"/>
          </p:cNvSpPr>
          <p:nvPr>
            <p:ph type="body" sz="quarter" idx="12"/>
          </p:nvPr>
        </p:nvSpPr>
        <p:spPr/>
        <p:txBody>
          <a:bodyPr/>
          <a:lstStyle/>
          <a:p>
            <a:endParaRPr lang="en-US"/>
          </a:p>
        </p:txBody>
      </p:sp>
      <p:sp>
        <p:nvSpPr>
          <p:cNvPr id="20" name="Title 19">
            <a:extLst>
              <a:ext uri="{FF2B5EF4-FFF2-40B4-BE49-F238E27FC236}">
                <a16:creationId xmlns:a16="http://schemas.microsoft.com/office/drawing/2014/main" id="{A34CEEE0-4D72-0142-11C6-227D7B2E5044}"/>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018025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8234FC5A-4C08-A7ED-F7E8-27DD9B99B7DA}"/>
              </a:ext>
            </a:extLst>
          </p:cNvPr>
          <p:cNvSpPr>
            <a:spLocks noGrp="1"/>
          </p:cNvSpPr>
          <p:nvPr>
            <p:ph type="pic" sz="quarter" idx="53"/>
          </p:nvPr>
        </p:nvSpPr>
        <p:spPr/>
        <p:txBody>
          <a:bodyPr/>
          <a:lstStyle/>
          <a:p>
            <a:endParaRPr lang="en-US"/>
          </a:p>
        </p:txBody>
      </p:sp>
      <p:sp>
        <p:nvSpPr>
          <p:cNvPr id="3" name="Title 2">
            <a:extLst>
              <a:ext uri="{FF2B5EF4-FFF2-40B4-BE49-F238E27FC236}">
                <a16:creationId xmlns:a16="http://schemas.microsoft.com/office/drawing/2014/main" id="{314DAB68-E7EE-786D-AACA-4BE82426D197}"/>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C2C202ED-AAE2-2125-BC34-34E74242C37C}"/>
              </a:ext>
            </a:extLst>
          </p:cNvPr>
          <p:cNvSpPr>
            <a:spLocks noGrp="1"/>
          </p:cNvSpPr>
          <p:nvPr>
            <p:ph type="body" sz="quarter" idx="51"/>
          </p:nvPr>
        </p:nvSpPr>
        <p:spPr/>
        <p:txBody>
          <a:bodyPr/>
          <a:lstStyle/>
          <a:p>
            <a:endParaRPr lang="en-US"/>
          </a:p>
        </p:txBody>
      </p:sp>
      <p:sp>
        <p:nvSpPr>
          <p:cNvPr id="5" name="Text Placeholder 4">
            <a:extLst>
              <a:ext uri="{FF2B5EF4-FFF2-40B4-BE49-F238E27FC236}">
                <a16:creationId xmlns:a16="http://schemas.microsoft.com/office/drawing/2014/main" id="{F5B74117-0583-18F9-B949-BA21B67FD54F}"/>
              </a:ext>
            </a:extLst>
          </p:cNvPr>
          <p:cNvSpPr>
            <a:spLocks noGrp="1"/>
          </p:cNvSpPr>
          <p:nvPr>
            <p:ph type="body" sz="quarter" idx="52"/>
          </p:nvPr>
        </p:nvSpPr>
        <p:spPr/>
        <p:txBody>
          <a:bodyPr/>
          <a:lstStyle/>
          <a:p>
            <a:endParaRPr lang="en-US"/>
          </a:p>
        </p:txBody>
      </p:sp>
    </p:spTree>
    <p:extLst>
      <p:ext uri="{BB962C8B-B14F-4D97-AF65-F5344CB8AC3E}">
        <p14:creationId xmlns:p14="http://schemas.microsoft.com/office/powerpoint/2010/main" val="285181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4054D-7E58-275C-7B1F-FCB5068F2287}"/>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B3A9741-F2EB-23E2-9C10-C083C29EC0D1}"/>
              </a:ext>
            </a:extLst>
          </p:cNvPr>
          <p:cNvSpPr>
            <a:spLocks noGrp="1"/>
          </p:cNvSpPr>
          <p:nvPr>
            <p:ph type="body" sz="quarter" idx="56"/>
          </p:nvPr>
        </p:nvSpPr>
        <p:spPr/>
        <p:txBody>
          <a:bodyPr/>
          <a:lstStyle/>
          <a:p>
            <a:endParaRPr lang="en-US"/>
          </a:p>
        </p:txBody>
      </p:sp>
      <p:sp>
        <p:nvSpPr>
          <p:cNvPr id="4" name="Text Placeholder 3">
            <a:extLst>
              <a:ext uri="{FF2B5EF4-FFF2-40B4-BE49-F238E27FC236}">
                <a16:creationId xmlns:a16="http://schemas.microsoft.com/office/drawing/2014/main" id="{57724CAC-F006-D477-7631-1805EC8AB18C}"/>
              </a:ext>
            </a:extLst>
          </p:cNvPr>
          <p:cNvSpPr>
            <a:spLocks noGrp="1"/>
          </p:cNvSpPr>
          <p:nvPr>
            <p:ph type="body" sz="quarter" idx="57"/>
          </p:nvPr>
        </p:nvSpPr>
        <p:spPr/>
        <p:txBody>
          <a:bodyPr/>
          <a:lstStyle/>
          <a:p>
            <a:endParaRPr lang="en-US"/>
          </a:p>
        </p:txBody>
      </p:sp>
    </p:spTree>
    <p:extLst>
      <p:ext uri="{BB962C8B-B14F-4D97-AF65-F5344CB8AC3E}">
        <p14:creationId xmlns:p14="http://schemas.microsoft.com/office/powerpoint/2010/main" val="931415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6FF4CAD-5026-4C70-9848-566A69032E51}"/>
              </a:ext>
            </a:extLst>
          </p:cNvPr>
          <p:cNvSpPr>
            <a:spLocks noGrp="1"/>
          </p:cNvSpPr>
          <p:nvPr>
            <p:ph type="body" sz="quarter" idx="56"/>
          </p:nvPr>
        </p:nvSpPr>
        <p:spPr/>
        <p:txBody>
          <a:bodyPr/>
          <a:lstStyle/>
          <a:p>
            <a:endParaRPr lang="en-US"/>
          </a:p>
        </p:txBody>
      </p:sp>
      <p:sp>
        <p:nvSpPr>
          <p:cNvPr id="3" name="Title 2">
            <a:extLst>
              <a:ext uri="{FF2B5EF4-FFF2-40B4-BE49-F238E27FC236}">
                <a16:creationId xmlns:a16="http://schemas.microsoft.com/office/drawing/2014/main" id="{6FC10D5F-6C07-EB0A-8B51-2B843C746961}"/>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381465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BDA6DD-2F4E-AC7D-141C-73FB96210560}"/>
              </a:ext>
            </a:extLst>
          </p:cNvPr>
          <p:cNvSpPr>
            <a:spLocks noGrp="1"/>
          </p:cNvSpPr>
          <p:nvPr>
            <p:ph type="body" sz="quarter" idx="61"/>
          </p:nvPr>
        </p:nvSpPr>
        <p:spPr/>
        <p:txBody>
          <a:bodyPr/>
          <a:lstStyle/>
          <a:p>
            <a:endParaRPr lang="en-US"/>
          </a:p>
        </p:txBody>
      </p:sp>
      <p:sp>
        <p:nvSpPr>
          <p:cNvPr id="3" name="Text Placeholder 2">
            <a:extLst>
              <a:ext uri="{FF2B5EF4-FFF2-40B4-BE49-F238E27FC236}">
                <a16:creationId xmlns:a16="http://schemas.microsoft.com/office/drawing/2014/main" id="{C89A97C4-DE5E-D89F-B66A-B4F020185CC2}"/>
              </a:ext>
            </a:extLst>
          </p:cNvPr>
          <p:cNvSpPr>
            <a:spLocks noGrp="1"/>
          </p:cNvSpPr>
          <p:nvPr>
            <p:ph type="body" sz="quarter" idx="57"/>
          </p:nvPr>
        </p:nvSpPr>
        <p:spPr/>
        <p:txBody>
          <a:bodyPr/>
          <a:lstStyle/>
          <a:p>
            <a:endParaRPr lang="en-US"/>
          </a:p>
        </p:txBody>
      </p:sp>
    </p:spTree>
    <p:extLst>
      <p:ext uri="{BB962C8B-B14F-4D97-AF65-F5344CB8AC3E}">
        <p14:creationId xmlns:p14="http://schemas.microsoft.com/office/powerpoint/2010/main" val="3515829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6DDA4859-9C3F-9CC6-A9C8-0C84ED00F7CB}"/>
              </a:ext>
            </a:extLst>
          </p:cNvPr>
          <p:cNvSpPr>
            <a:spLocks noGrp="1"/>
          </p:cNvSpPr>
          <p:nvPr>
            <p:ph type="body" sz="quarter" idx="11"/>
          </p:nvPr>
        </p:nvSpPr>
        <p:spPr/>
        <p:txBody>
          <a:bodyPr/>
          <a:lstStyle/>
          <a:p>
            <a:endParaRPr lang="en-US"/>
          </a:p>
        </p:txBody>
      </p:sp>
      <p:sp>
        <p:nvSpPr>
          <p:cNvPr id="11" name="Title 10">
            <a:extLst>
              <a:ext uri="{FF2B5EF4-FFF2-40B4-BE49-F238E27FC236}">
                <a16:creationId xmlns:a16="http://schemas.microsoft.com/office/drawing/2014/main" id="{ED17C680-B465-3882-219E-1137042DEA1C}"/>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D57E59A9-56A8-1BC7-8702-31F1B5F3EC18}"/>
              </a:ext>
            </a:extLst>
          </p:cNvPr>
          <p:cNvSpPr txBox="1"/>
          <p:nvPr/>
        </p:nvSpPr>
        <p:spPr>
          <a:xfrm>
            <a:off x="3665067" y="2888445"/>
            <a:ext cx="5094536" cy="949705"/>
          </a:xfrm>
          <a:prstGeom prst="rect">
            <a:avLst/>
          </a:prstGeom>
          <a:noFill/>
        </p:spPr>
        <p:txBody>
          <a:bodyPr wrap="square" rtlCol="0">
            <a:noAutofit/>
          </a:bodyPr>
          <a:lstStyle/>
          <a:p>
            <a:r>
              <a:rPr lang="en-US" sz="750">
                <a:latin typeface="Arial" panose="020B0604020202020204" pitchFamily="34" charset="0"/>
                <a:cs typeface="Arial" panose="020B0604020202020204" pitchFamily="34" charset="0"/>
              </a:rPr>
              <a:t>This work was authored </a:t>
            </a:r>
            <a:r>
              <a:rPr lang="en-US" sz="750">
                <a:solidFill>
                  <a:srgbClr val="FF0000"/>
                </a:solidFill>
                <a:latin typeface="Arial" panose="020B0604020202020204" pitchFamily="34" charset="0"/>
                <a:cs typeface="Arial" panose="020B0604020202020204" pitchFamily="34" charset="0"/>
              </a:rPr>
              <a:t>[in part] </a:t>
            </a:r>
            <a:r>
              <a:rPr lang="en-US" sz="750">
                <a:latin typeface="Arial" panose="020B0604020202020204" pitchFamily="34" charset="0"/>
                <a:cs typeface="Arial" panose="020B0604020202020204" pitchFamily="34" charset="0"/>
              </a:rPr>
              <a:t>by the National Laboratory of the Rockies for the U.S. Department of Energy (DOE), operated under Contract No. DE-AC36-08GO28308. Funding provided by </a:t>
            </a:r>
            <a:r>
              <a:rPr lang="en-US" sz="750">
                <a:solidFill>
                  <a:srgbClr val="FF0000"/>
                </a:solidFill>
                <a:latin typeface="Arial" panose="020B0604020202020204" pitchFamily="34" charset="0"/>
                <a:cs typeface="Arial" panose="020B0604020202020204" pitchFamily="34" charset="0"/>
              </a:rPr>
              <a:t>[applicable Department of Energy office and program office, e.g., U.S. Department of Energy Office of Critical Minerals and Energy Innovation Solar Energy Technologies Office (spell out full office names; do not use initialisms/acronyms)]</a:t>
            </a:r>
            <a:r>
              <a:rPr lang="en-US" sz="750">
                <a:latin typeface="Arial" panose="020B0604020202020204" pitchFamily="34" charset="0"/>
                <a:cs typeface="Arial" panose="020B0604020202020204" pitchFamily="34" charset="0"/>
              </a:rPr>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p>
        </p:txBody>
      </p:sp>
      <p:grpSp>
        <p:nvGrpSpPr>
          <p:cNvPr id="5" name="Group 4">
            <a:extLst>
              <a:ext uri="{FF2B5EF4-FFF2-40B4-BE49-F238E27FC236}">
                <a16:creationId xmlns:a16="http://schemas.microsoft.com/office/drawing/2014/main" id="{3BD910B3-8A05-BB60-9087-3827ED57A15E}"/>
              </a:ext>
            </a:extLst>
          </p:cNvPr>
          <p:cNvGrpSpPr/>
          <p:nvPr/>
        </p:nvGrpSpPr>
        <p:grpSpPr>
          <a:xfrm>
            <a:off x="4497223" y="2348509"/>
            <a:ext cx="1328707" cy="522464"/>
            <a:chOff x="2576621" y="34825974"/>
            <a:chExt cx="3287830" cy="1292815"/>
          </a:xfrm>
        </p:grpSpPr>
        <p:sp>
          <p:nvSpPr>
            <p:cNvPr id="6" name="Rounded Rectangular Callout 9">
              <a:extLst>
                <a:ext uri="{FF2B5EF4-FFF2-40B4-BE49-F238E27FC236}">
                  <a16:creationId xmlns:a16="http://schemas.microsoft.com/office/drawing/2014/main" id="{DE2DD7CD-0878-02CA-12AB-7B92A6DE77E9}"/>
                </a:ext>
              </a:extLst>
            </p:cNvPr>
            <p:cNvSpPr/>
            <p:nvPr/>
          </p:nvSpPr>
          <p:spPr bwMode="auto">
            <a:xfrm>
              <a:off x="2576621" y="34825974"/>
              <a:ext cx="3287830" cy="1292815"/>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7" name="TextBox 6">
              <a:extLst>
                <a:ext uri="{FF2B5EF4-FFF2-40B4-BE49-F238E27FC236}">
                  <a16:creationId xmlns:a16="http://schemas.microsoft.com/office/drawing/2014/main" id="{1A0A2E8C-F80A-59A7-E20D-B16A09451941}"/>
                </a:ext>
              </a:extLst>
            </p:cNvPr>
            <p:cNvSpPr txBox="1"/>
            <p:nvPr/>
          </p:nvSpPr>
          <p:spPr>
            <a:xfrm>
              <a:off x="2662700" y="34896776"/>
              <a:ext cx="3201751" cy="1142370"/>
            </a:xfrm>
            <a:prstGeom prst="rect">
              <a:avLst/>
            </a:prstGeom>
            <a:noFill/>
          </p:spPr>
          <p:txBody>
            <a:bodyPr wrap="square" rtlCol="0">
              <a:spAutoFit/>
            </a:bodyPr>
            <a:lstStyle/>
            <a:p>
              <a:r>
                <a:rPr lang="en-US" sz="800"/>
                <a:t>Insert the words “in part” if this work </a:t>
              </a:r>
              <a:r>
                <a:rPr lang="en-US" sz="800">
                  <a:latin typeface="Arial" panose="020B0604020202020204" pitchFamily="34" charset="0"/>
                  <a:cs typeface="Arial" panose="020B0604020202020204" pitchFamily="34" charset="0"/>
                </a:rPr>
                <a:t>includes</a:t>
              </a:r>
              <a:r>
                <a:rPr lang="en-US" sz="800"/>
                <a:t> </a:t>
              </a:r>
              <a:br>
                <a:rPr lang="en-US" sz="800"/>
              </a:br>
              <a:r>
                <a:rPr lang="en-US" sz="800"/>
                <a:t>non-NLR authors.</a:t>
              </a:r>
            </a:p>
          </p:txBody>
        </p:sp>
      </p:grpSp>
      <p:grpSp>
        <p:nvGrpSpPr>
          <p:cNvPr id="8" name="Group 7">
            <a:extLst>
              <a:ext uri="{FF2B5EF4-FFF2-40B4-BE49-F238E27FC236}">
                <a16:creationId xmlns:a16="http://schemas.microsoft.com/office/drawing/2014/main" id="{B5E8A26D-4B5E-22C2-5153-9BDF71CFD2C8}"/>
              </a:ext>
            </a:extLst>
          </p:cNvPr>
          <p:cNvGrpSpPr/>
          <p:nvPr/>
        </p:nvGrpSpPr>
        <p:grpSpPr>
          <a:xfrm>
            <a:off x="2477843" y="1821200"/>
            <a:ext cx="1101351" cy="2035173"/>
            <a:chOff x="2152084" y="1757894"/>
            <a:chExt cx="1101351" cy="2035173"/>
          </a:xfrm>
        </p:grpSpPr>
        <p:sp>
          <p:nvSpPr>
            <p:cNvPr id="9" name="Rounded Rectangular Callout 8">
              <a:extLst>
                <a:ext uri="{FF2B5EF4-FFF2-40B4-BE49-F238E27FC236}">
                  <a16:creationId xmlns:a16="http://schemas.microsoft.com/office/drawing/2014/main" id="{3B37017C-569A-24C4-F02E-F6B3C4267DCF}"/>
                </a:ext>
              </a:extLst>
            </p:cNvPr>
            <p:cNvSpPr/>
            <p:nvPr/>
          </p:nvSpPr>
          <p:spPr>
            <a:xfrm rot="16200000">
              <a:off x="1685173" y="2224805"/>
              <a:ext cx="2035173" cy="1101351"/>
            </a:xfrm>
            <a:prstGeom prst="wedgeRoundRectCallout">
              <a:avLst/>
            </a:prstGeom>
            <a:solidFill>
              <a:schemeClr val="bg1"/>
            </a:solid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8877FF6-00EF-6B04-B454-C6F8D55BEE25}"/>
                </a:ext>
              </a:extLst>
            </p:cNvPr>
            <p:cNvSpPr txBox="1"/>
            <p:nvPr/>
          </p:nvSpPr>
          <p:spPr>
            <a:xfrm>
              <a:off x="2180991" y="1878141"/>
              <a:ext cx="1072444" cy="1815882"/>
            </a:xfrm>
            <a:prstGeom prst="rect">
              <a:avLst/>
            </a:prstGeom>
            <a:noFill/>
          </p:spPr>
          <p:txBody>
            <a:bodyPr wrap="square" rtlCol="0">
              <a:spAutoFit/>
            </a:bodyPr>
            <a:lstStyle/>
            <a:p>
              <a:r>
                <a:rPr lang="en-US" sz="800" dirty="0">
                  <a:latin typeface="Arial" panose="020B0604020202020204" pitchFamily="34" charset="0"/>
                  <a:cs typeface="Arial" panose="020B0604020202020204" pitchFamily="34" charset="0"/>
                </a:rPr>
                <a:t>Edit the red bracketed text as appropriate with the applicable DOE office(s) and program office(s) that sponsored the work and/or add other funding as needed. For non-CMEI funding, see </a:t>
              </a:r>
              <a:r>
                <a:rPr lang="en-US" sz="800" u="sng" dirty="0">
                  <a:solidFill>
                    <a:srgbClr val="FF0000"/>
                  </a:solidFill>
                  <a:latin typeface="Arial" panose="020B0604020202020204" pitchFamily="34" charset="0"/>
                  <a:cs typeface="Arial" panose="020B0604020202020204" pitchFamily="34" charset="0"/>
                  <a:hlinkClick r:id="rId2"/>
                </a:rPr>
                <a:t>https://thesource.nlr.gov/publishing/disclaimers.html</a:t>
              </a:r>
              <a:endParaRPr lang="en-US" sz="800" i="0" dirty="0">
                <a:solidFill>
                  <a:srgbClr val="FF0000"/>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509415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A9D9D3C-DD07-959E-A530-2BB412BB02E4}"/>
              </a:ext>
            </a:extLst>
          </p:cNvPr>
          <p:cNvSpPr>
            <a:spLocks noGrp="1"/>
          </p:cNvSpPr>
          <p:nvPr>
            <p:ph type="title"/>
          </p:nvPr>
        </p:nvSpPr>
        <p:spPr/>
        <p:txBody>
          <a:bodyPr/>
          <a:lstStyle/>
          <a:p>
            <a:endParaRPr lang="en-US"/>
          </a:p>
        </p:txBody>
      </p:sp>
      <p:sp>
        <p:nvSpPr>
          <p:cNvPr id="12" name="Text Placeholder 11">
            <a:extLst>
              <a:ext uri="{FF2B5EF4-FFF2-40B4-BE49-F238E27FC236}">
                <a16:creationId xmlns:a16="http://schemas.microsoft.com/office/drawing/2014/main" id="{4AB5E231-31C1-F77A-3EC4-87A062B423E1}"/>
              </a:ext>
            </a:extLst>
          </p:cNvPr>
          <p:cNvSpPr>
            <a:spLocks noGrp="1"/>
          </p:cNvSpPr>
          <p:nvPr>
            <p:ph type="body" sz="quarter" idx="12"/>
          </p:nvPr>
        </p:nvSpPr>
        <p:spPr/>
        <p:txBody>
          <a:bodyPr/>
          <a:lstStyle/>
          <a:p>
            <a:endParaRPr lang="en-US"/>
          </a:p>
        </p:txBody>
      </p:sp>
      <p:sp>
        <p:nvSpPr>
          <p:cNvPr id="4" name="Rounded Rectangle 3">
            <a:extLst>
              <a:ext uri="{FF2B5EF4-FFF2-40B4-BE49-F238E27FC236}">
                <a16:creationId xmlns:a16="http://schemas.microsoft.com/office/drawing/2014/main" id="{B44152C2-74E4-A8F0-A6A5-6BB621471145}"/>
              </a:ext>
            </a:extLst>
          </p:cNvPr>
          <p:cNvSpPr/>
          <p:nvPr/>
        </p:nvSpPr>
        <p:spPr>
          <a:xfrm>
            <a:off x="481469" y="1298222"/>
            <a:ext cx="2031272" cy="3064703"/>
          </a:xfrm>
          <a:prstGeom prst="roundRect">
            <a:avLst/>
          </a:prstGeom>
          <a:solidFill>
            <a:schemeClr val="bg2">
              <a:alpha val="92997"/>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750">
                <a:solidFill>
                  <a:schemeClr val="tx1"/>
                </a:solidFill>
                <a:latin typeface="Arial" panose="020B0604020202020204" pitchFamily="34" charset="0"/>
                <a:cs typeface="Arial" panose="020B0604020202020204" pitchFamily="34" charset="0"/>
              </a:rPr>
              <a:t>This work was authored </a:t>
            </a:r>
            <a:r>
              <a:rPr lang="en-US" sz="750">
                <a:solidFill>
                  <a:srgbClr val="FF0000"/>
                </a:solidFill>
                <a:latin typeface="Arial" panose="020B0604020202020204" pitchFamily="34" charset="0"/>
                <a:cs typeface="Arial" panose="020B0604020202020204" pitchFamily="34" charset="0"/>
              </a:rPr>
              <a:t>[in part] </a:t>
            </a:r>
            <a:r>
              <a:rPr lang="en-US" sz="750">
                <a:solidFill>
                  <a:schemeClr val="tx1"/>
                </a:solidFill>
                <a:latin typeface="Arial" panose="020B0604020202020204" pitchFamily="34" charset="0"/>
                <a:cs typeface="Arial" panose="020B0604020202020204" pitchFamily="34" charset="0"/>
              </a:rPr>
              <a:t>by the National Laboratory of the Rockies for the U.S. Department of Energy (DOE), operated under Contract No. DE-AC36-08GO28308. Funding provided by </a:t>
            </a:r>
            <a:r>
              <a:rPr lang="en-US" sz="750">
                <a:solidFill>
                  <a:srgbClr val="FF0000"/>
                </a:solidFill>
                <a:latin typeface="Arial" panose="020B0604020202020204" pitchFamily="34" charset="0"/>
                <a:cs typeface="Arial" panose="020B0604020202020204" pitchFamily="34" charset="0"/>
              </a:rPr>
              <a:t>[applicable Department of Energy office and program office, e.g., U.S. Department of Energy Office of Critical Minerals and Energy Innovation Solar Energy Technologies Office (spell out full office names; do not use initialisms/acronyms)]</a:t>
            </a:r>
            <a:r>
              <a:rPr lang="en-US" sz="750">
                <a:solidFill>
                  <a:schemeClr val="tx1"/>
                </a:solidFill>
                <a:latin typeface="Arial" panose="020B0604020202020204" pitchFamily="34" charset="0"/>
                <a:cs typeface="Arial" panose="020B0604020202020204" pitchFamily="34" charset="0"/>
              </a:rPr>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750">
              <a:latin typeface="Arial" panose="020B0604020202020204" pitchFamily="34" charset="0"/>
              <a:cs typeface="Arial" panose="020B0604020202020204" pitchFamily="34" charset="0"/>
            </a:endParaRPr>
          </a:p>
        </p:txBody>
      </p:sp>
      <p:grpSp>
        <p:nvGrpSpPr>
          <p:cNvPr id="5" name="Group 4">
            <a:extLst>
              <a:ext uri="{FF2B5EF4-FFF2-40B4-BE49-F238E27FC236}">
                <a16:creationId xmlns:a16="http://schemas.microsoft.com/office/drawing/2014/main" id="{BA08E1FA-3C1D-CFB8-3702-A8AEBA497A72}"/>
              </a:ext>
            </a:extLst>
          </p:cNvPr>
          <p:cNvGrpSpPr/>
          <p:nvPr/>
        </p:nvGrpSpPr>
        <p:grpSpPr>
          <a:xfrm>
            <a:off x="1459828" y="795444"/>
            <a:ext cx="1328707" cy="522464"/>
            <a:chOff x="2742176" y="34535218"/>
            <a:chExt cx="3287830" cy="1292815"/>
          </a:xfrm>
        </p:grpSpPr>
        <p:sp>
          <p:nvSpPr>
            <p:cNvPr id="6" name="Rounded Rectangular Callout 9">
              <a:extLst>
                <a:ext uri="{FF2B5EF4-FFF2-40B4-BE49-F238E27FC236}">
                  <a16:creationId xmlns:a16="http://schemas.microsoft.com/office/drawing/2014/main" id="{6AC9D5DC-EFF8-7C78-0D53-8D1BD20FFD98}"/>
                </a:ext>
              </a:extLst>
            </p:cNvPr>
            <p:cNvSpPr/>
            <p:nvPr/>
          </p:nvSpPr>
          <p:spPr bwMode="auto">
            <a:xfrm>
              <a:off x="2742176" y="34535218"/>
              <a:ext cx="3287830" cy="1292815"/>
            </a:xfrm>
            <a:prstGeom prst="wedgeRoundRectCallout">
              <a:avLst/>
            </a:prstGeom>
            <a:solidFill>
              <a:schemeClr val="bg2"/>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7" name="TextBox 6">
              <a:extLst>
                <a:ext uri="{FF2B5EF4-FFF2-40B4-BE49-F238E27FC236}">
                  <a16:creationId xmlns:a16="http://schemas.microsoft.com/office/drawing/2014/main" id="{5929756E-AFF4-C1BD-7512-A76D326546DB}"/>
                </a:ext>
              </a:extLst>
            </p:cNvPr>
            <p:cNvSpPr txBox="1"/>
            <p:nvPr/>
          </p:nvSpPr>
          <p:spPr>
            <a:xfrm>
              <a:off x="2828255" y="34606002"/>
              <a:ext cx="3201751" cy="1142370"/>
            </a:xfrm>
            <a:prstGeom prst="rect">
              <a:avLst/>
            </a:prstGeom>
            <a:noFill/>
          </p:spPr>
          <p:txBody>
            <a:bodyPr wrap="square" rtlCol="0">
              <a:spAutoFit/>
            </a:bodyPr>
            <a:lstStyle/>
            <a:p>
              <a:r>
                <a:rPr lang="en-US" sz="800"/>
                <a:t>Insert the words “in part” if this work includes </a:t>
              </a:r>
              <a:br>
                <a:rPr lang="en-US" sz="800"/>
              </a:br>
              <a:r>
                <a:rPr lang="en-US" sz="800"/>
                <a:t>non-NLR authors.</a:t>
              </a:r>
            </a:p>
          </p:txBody>
        </p:sp>
      </p:grpSp>
      <p:grpSp>
        <p:nvGrpSpPr>
          <p:cNvPr id="8" name="Group 7">
            <a:extLst>
              <a:ext uri="{FF2B5EF4-FFF2-40B4-BE49-F238E27FC236}">
                <a16:creationId xmlns:a16="http://schemas.microsoft.com/office/drawing/2014/main" id="{D75A0671-2566-A45F-B398-3457D9D1E78C}"/>
              </a:ext>
            </a:extLst>
          </p:cNvPr>
          <p:cNvGrpSpPr/>
          <p:nvPr/>
        </p:nvGrpSpPr>
        <p:grpSpPr>
          <a:xfrm>
            <a:off x="2512741" y="1757894"/>
            <a:ext cx="1101353" cy="2035173"/>
            <a:chOff x="2512741" y="1757894"/>
            <a:chExt cx="1101353" cy="2035173"/>
          </a:xfrm>
        </p:grpSpPr>
        <p:sp>
          <p:nvSpPr>
            <p:cNvPr id="9" name="Rounded Rectangular Callout 8">
              <a:extLst>
                <a:ext uri="{FF2B5EF4-FFF2-40B4-BE49-F238E27FC236}">
                  <a16:creationId xmlns:a16="http://schemas.microsoft.com/office/drawing/2014/main" id="{C62946C2-5AD6-821D-4E1F-6D7ED98541F5}"/>
                </a:ext>
              </a:extLst>
            </p:cNvPr>
            <p:cNvSpPr/>
            <p:nvPr/>
          </p:nvSpPr>
          <p:spPr>
            <a:xfrm rot="5400000">
              <a:off x="2045830" y="2224805"/>
              <a:ext cx="2035173" cy="1101351"/>
            </a:xfrm>
            <a:prstGeom prst="wedgeRoundRectCallout">
              <a:avLst/>
            </a:prstGeom>
            <a:solidFill>
              <a:srgbClr val="EEEEEE"/>
            </a:solid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D7FDE77-C0B4-1C5F-5FF8-0FB30D238C1D}"/>
                </a:ext>
              </a:extLst>
            </p:cNvPr>
            <p:cNvSpPr txBox="1"/>
            <p:nvPr/>
          </p:nvSpPr>
          <p:spPr>
            <a:xfrm>
              <a:off x="2541650" y="1867285"/>
              <a:ext cx="1072444" cy="1815882"/>
            </a:xfrm>
            <a:prstGeom prst="rect">
              <a:avLst/>
            </a:prstGeom>
            <a:noFill/>
          </p:spPr>
          <p:txBody>
            <a:bodyPr wrap="square" rtlCol="0">
              <a:spAutoFit/>
            </a:bodyPr>
            <a:lstStyle/>
            <a:p>
              <a:r>
                <a:rPr lang="en-US" sz="800" dirty="0"/>
                <a:t>Edit the red bracketed text as appropriate with the applicable DOE office(s) and program office(s) that sponsored the work and/or add other funding as needed. For non-CMEI funding, see </a:t>
              </a:r>
              <a:r>
                <a:rPr lang="en-US" sz="800" u="sng" dirty="0">
                  <a:solidFill>
                    <a:srgbClr val="FF0000"/>
                  </a:solidFill>
                  <a:hlinkClick r:id="rId2"/>
                </a:rPr>
                <a:t>https://thesource.nlr.gov/publishing/disclaimers.html</a:t>
              </a:r>
              <a:endParaRPr lang="en-US" sz="800" i="0" dirty="0">
                <a:solidFill>
                  <a:srgbClr val="FF0000"/>
                </a:solidFill>
              </a:endParaRPr>
            </a:p>
          </p:txBody>
        </p:sp>
      </p:grpSp>
    </p:spTree>
    <p:extLst>
      <p:ext uri="{BB962C8B-B14F-4D97-AF65-F5344CB8AC3E}">
        <p14:creationId xmlns:p14="http://schemas.microsoft.com/office/powerpoint/2010/main" val="1639925551"/>
      </p:ext>
    </p:extLst>
  </p:cSld>
  <p:clrMapOvr>
    <a:masterClrMapping/>
  </p:clrMapOvr>
</p:sld>
</file>

<file path=ppt/theme/theme1.xml><?xml version="1.0" encoding="utf-8"?>
<a:theme xmlns:a="http://schemas.openxmlformats.org/drawingml/2006/main" name="Office Theme">
  <a:themeElements>
    <a:clrScheme name="NLR Color Palette">
      <a:dk1>
        <a:srgbClr val="000000"/>
      </a:dk1>
      <a:lt1>
        <a:srgbClr val="FFFFFF"/>
      </a:lt1>
      <a:dk2>
        <a:srgbClr val="0075BB"/>
      </a:dk2>
      <a:lt2>
        <a:srgbClr val="F6F3F1"/>
      </a:lt2>
      <a:accent1>
        <a:srgbClr val="003A69"/>
      </a:accent1>
      <a:accent2>
        <a:srgbClr val="DB9728"/>
      </a:accent2>
      <a:accent3>
        <a:srgbClr val="D57C5C"/>
      </a:accent3>
      <a:accent4>
        <a:srgbClr val="872C15"/>
      </a:accent4>
      <a:accent5>
        <a:srgbClr val="819E7E"/>
      </a:accent5>
      <a:accent6>
        <a:srgbClr val="1A584D"/>
      </a:accent6>
      <a:hlink>
        <a:srgbClr val="0076BA"/>
      </a:hlink>
      <a:folHlink>
        <a:srgbClr val="00A3E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EEEEEE"/>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dirty="0" smtClean="0"/>
        </a:defPPr>
      </a:lstStyle>
    </a:txDef>
  </a:objectDefaults>
  <a:extraClrSchemeLst/>
  <a:extLst>
    <a:ext uri="{05A4C25C-085E-4340-85A3-A5531E510DB2}">
      <thm15:themeFamily xmlns:thm15="http://schemas.microsoft.com/office/thememl/2012/main" name="Presentation2" id="{AF7FC5A4-D9D3-4205-A423-5C748EF88A0B}" vid="{5F80D40B-8E48-4F55-BE87-09E0B16087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782f7b1-8364-4447-8e52-525c4c5c6261" xsi:nil="true"/>
    <lcf76f155ced4ddcb4097134ff3c332f xmlns="36a528ad-9b7f-43a7-930e-ee7404d5b59e">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F8AD6BD0905FA4F8D7E240DF78D6720" ma:contentTypeVersion="16" ma:contentTypeDescription="Create a new document." ma:contentTypeScope="" ma:versionID="9579203ebe2f6644415a60f35511d7aa">
  <xsd:schema xmlns:xsd="http://www.w3.org/2001/XMLSchema" xmlns:xs="http://www.w3.org/2001/XMLSchema" xmlns:p="http://schemas.microsoft.com/office/2006/metadata/properties" xmlns:ns2="36a528ad-9b7f-43a7-930e-ee7404d5b59e" xmlns:ns3="7782f7b1-8364-4447-8e52-525c4c5c6261" targetNamespace="http://schemas.microsoft.com/office/2006/metadata/properties" ma:root="true" ma:fieldsID="555cabf9b2262d67248d99b9761da46e" ns2:_="" ns3:_="">
    <xsd:import namespace="36a528ad-9b7f-43a7-930e-ee7404d5b59e"/>
    <xsd:import namespace="7782f7b1-8364-4447-8e52-525c4c5c626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a528ad-9b7f-43a7-930e-ee7404d5b59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Length (seconds)"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834da80-57da-4863-8816-2e6886d1e86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782f7b1-8364-4447-8e52-525c4c5c6261"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70ac4acc-29c4-4207-ac0b-763f75a559ae}" ma:internalName="TaxCatchAll" ma:showField="CatchAllData" ma:web="7782f7b1-8364-4447-8e52-525c4c5c6261">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18BD344-6C98-486A-B4A8-58DE4D7C58C7}">
  <ds:schemaRefs>
    <ds:schemaRef ds:uri="http://schemas.microsoft.com/office/infopath/2007/PartnerControls"/>
    <ds:schemaRef ds:uri="http://purl.org/dc/terms/"/>
    <ds:schemaRef ds:uri="http://schemas.openxmlformats.org/package/2006/metadata/core-properties"/>
    <ds:schemaRef ds:uri="http://schemas.microsoft.com/office/2006/documentManagement/types"/>
    <ds:schemaRef ds:uri="http://purl.org/dc/elements/1.1/"/>
    <ds:schemaRef ds:uri="http://schemas.microsoft.com/office/2006/metadata/properties"/>
    <ds:schemaRef ds:uri="36a528ad-9b7f-43a7-930e-ee7404d5b59e"/>
    <ds:schemaRef ds:uri="7782f7b1-8364-4447-8e52-525c4c5c6261"/>
    <ds:schemaRef ds:uri="http://www.w3.org/XML/1998/namespace"/>
    <ds:schemaRef ds:uri="http://purl.org/dc/dcmitype/"/>
  </ds:schemaRefs>
</ds:datastoreItem>
</file>

<file path=customXml/itemProps2.xml><?xml version="1.0" encoding="utf-8"?>
<ds:datastoreItem xmlns:ds="http://schemas.openxmlformats.org/officeDocument/2006/customXml" ds:itemID="{1A21E120-7CDE-4D1D-A3AD-91354EA474CF}">
  <ds:schemaRefs>
    <ds:schemaRef ds:uri="http://schemas.microsoft.com/sharepoint/v3/contenttype/forms"/>
  </ds:schemaRefs>
</ds:datastoreItem>
</file>

<file path=customXml/itemProps3.xml><?xml version="1.0" encoding="utf-8"?>
<ds:datastoreItem xmlns:ds="http://schemas.openxmlformats.org/officeDocument/2006/customXml" ds:itemID="{F994FAD5-EBA2-458A-9ADC-074ADFE879F7}">
  <ds:schemaRefs>
    <ds:schemaRef ds:uri="36a528ad-9b7f-43a7-930e-ee7404d5b59e"/>
    <ds:schemaRef ds:uri="7782f7b1-8364-4447-8e52-525c4c5c626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95965d95-ecc0-4720-b759-1f33c42ed7da}" enabled="1" method="Standard" siteId="{a0f29d7e-28cd-4f54-8442-7885aee7c080}" removed="0"/>
</clbl:labelList>
</file>

<file path=docProps/app.xml><?xml version="1.0" encoding="utf-8"?>
<Properties xmlns="http://schemas.openxmlformats.org/officeDocument/2006/extended-properties" xmlns:vt="http://schemas.openxmlformats.org/officeDocument/2006/docPropsVTypes">
  <Template>Office Theme</Template>
  <TotalTime>4224</TotalTime>
  <Words>572</Words>
  <Application>Microsoft Macintosh PowerPoint</Application>
  <PresentationFormat>On-screen Show (16:9)</PresentationFormat>
  <Paragraphs>21</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System Font Regular</vt:lpstr>
      <vt:lpstr>Office Theme</vt:lpstr>
      <vt:lpstr>Gas Turbine Electrical Generator Model Coupled to Data Center Load</vt:lpstr>
      <vt:lpstr>LM2500 - Aeroderivative</vt:lpstr>
      <vt:lpstr>LM2500 - Aeroderivative</vt:lpstr>
      <vt:lpstr>Thermopower surrogate – LM2500</vt:lpstr>
      <vt:lpstr>LM2500 – Generator details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Use this presentation to effectively communicate the lab's impacts and capabilities.</dc:subject>
  <dc:creator>Yellapantula, Shashank</dc:creator>
  <cp:keywords/>
  <dc:description/>
  <cp:lastModifiedBy>Yellapantula, Shashank</cp:lastModifiedBy>
  <cp:revision>3</cp:revision>
  <cp:lastPrinted>2018-01-04T20:30:58Z</cp:lastPrinted>
  <dcterms:created xsi:type="dcterms:W3CDTF">2026-06-12T16:59:26Z</dcterms:created>
  <dcterms:modified xsi:type="dcterms:W3CDTF">2026-06-15T15:24:19Z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0x0101002F8AD6BD0905FA4F8D7E240DF78D6720</vt:lpwstr>
  </property>
</Properties>
</file>